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[APRESENTADOR] Abertura (0:00–0:40)
Visual: APRESENTADOR.
Narração:
Vou mostrar o projeto da Solaris Assinaturas, a empresa fictícia que acompanhamos desde o módulo zero, pronta, como referência. Não copie os números: use como modelo de organização e de nível de detalhe.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[TELA] A empresa no laboratório (0:40–5:00)
Visual: TELA — login com a marca Solaris; Dashboard; Usinas Solar → Gestão de Energia (2 usinas, 94% e 96%); Cliente Consumidor → Clientes (24 clientes); um cliente com UC, proposta, contrato, vínculo, acesso ativo; Faturas de Concessionárias filtradas por 3 meses (todas aprovadas, com observações); Cobranças (3 meses; pagas, 1 ajuste, 1 vencida tratada); Alertas Operacionais sem críticos.
Narração:
Esta é a Solaris no laboratório, já com a marca dela. Duas usinas, com ocupação de noventa e quatro e noventa e seis por cento. Vinte e quatro clientes, entre empresas e residências; abra qualquer um e está tudo lá: unidade consumidora, proposta, contrato, vínculo e acesso ao portal. Três meses de faturas, todas aprovadas, com observações nas que tiveram pendência. Três meses de cobranças, com um ajuste justificado e uma vencida tratada com reemissão. E os alertas, sem nenhum crítico.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[TELA] Os documentos (5:00–11:00)
Visual: TELA — documentos em sequência: plano em uma página; calculadora "Meu modelo" com cenários; relatório executivo do trimestre (12 indicadores × 3 meses + comentário); relatório do produtor; relatórios de economia; SOP; régua; matriz de riscos.
Narração:
Agora, os documentos. O plano em uma página, com os nove blocos. A conta do negócio, com os cenários de 2026 a 2029: repare que a Solaris mostra o cenário pessimista e o que faria se ele acontecesse. O relatório executivo do trimestre, com os doze indicadores e um comentário que explica o que aconteceu — por exemplo, a ocupação da usina dois caiu no mês dois por causa de duas saídas, e foi recomposta no mês três com clientes da fila. O relatório do produtor, de uma página. Os relatórios de economia. E o SOP, a régua de cobrança e a matriz de riscos, curtos e aplicáveis.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[SLIDE] O que faz este projeto ser nota máxima (11:00–14:00)
Visual: SLIDE.
Narração:
O que faz este projeto ser nota máxima? Os números batem entre o laboratório e os documentos. O comentário analisa, em vez de só descrever. Os riscos são honestos, incluindo os que preocupam. A linguagem é a correta — participação, gestão, economia calculada. E tudo é aplicável: este plano poderia ser apresentado amanhã a um investidor.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[APRESENTADOR] Encerramento (14:00–15:00)
Visual: APRESENTADOR.
Narração:
Agora é a sua vez. Use o checklist, a rubrica e este exemplo como referência, e monte a sua empresa. Na última aula, vamos falar dos próximos passos depois do curso.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2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0"/>
            <a:ext cx="109728" cy="6858000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6400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5B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18288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M12 · Aula 3 · Laboratório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2377440"/>
            <a:ext cx="10332720" cy="1737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exemplo resolvido — três meses de operação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914400" y="429768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Mostrar um projeto final completo como referência de qualidade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692640" y="5806440"/>
            <a:ext cx="21945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</p:spPr>
      </p:sp>
      <p:pic>
        <p:nvPicPr>
          <p:cNvPr id="9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0" y="5879592"/>
            <a:ext cx="1920240" cy="63093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14400" y="5989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Geração distribuída compartilhada, da regulação à operação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M12 · Aula 3 · Cena 1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4754880"/>
            <a:ext cx="11247120" cy="1280160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7" name="Shape 4"/>
          <p:cNvSpPr/>
          <p:nvPr/>
        </p:nvSpPr>
        <p:spPr>
          <a:xfrm>
            <a:off x="457200" y="4754880"/>
            <a:ext cx="137160" cy="1280160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4800600"/>
            <a:ext cx="10789920" cy="11887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Solaris Assinaturas: o projeto de referência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457200" y="914400"/>
            <a:ext cx="112471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0B6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APRESENTADOR — área do vídeo ]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B2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M12 · Aula 3 · Cena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empresa no laboratório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11064240" cy="3566160"/>
          </a:xfrm>
          <a:prstGeom prst="roundRect">
            <a:avLst>
              <a:gd name="adj" fmla="val 2564"/>
            </a:avLst>
          </a:prstGeom>
          <a:solidFill>
            <a:srgbClr val="1E2125"/>
          </a:solidFill>
          <a:ln w="19050">
            <a:solidFill>
              <a:srgbClr val="F5B700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822960" y="1371600"/>
            <a:ext cx="10515600" cy="3291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5B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GRAVAÇÃO DE TELA DA PLATAFORMA
</a:t>
            </a:r>
            <a:pPr indent="0" marL="0">
              <a:buNone/>
            </a:pPr>
            <a:r>
              <a:rPr lang="en-US" sz="13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 com a marca Solaris; Dashboard; Usinas Solar → Gestão de Energia (2 usinas, 94% e 96%); Cliente Consumidor → Clientes (24 clientes); um cliente com UC, proposta, contrato, vínculo, acesso ativo; Faturas de Concessionárias filtradas por 3 meses (todas aprovadas, com observações); Cobranças (3 meses; pagas, 1 ajuste, 1 vencida tratada); Alertas Operacionais sem críticos.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4983480"/>
            <a:ext cx="11064240" cy="1097280"/>
          </a:xfrm>
          <a:prstGeom prst="rect">
            <a:avLst/>
          </a:prstGeom>
          <a:solidFill>
            <a:srgbClr val="1F7A4D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usinas (94% e 96%)  ·  24 clientes  ·  3 meses: faturas aprovadas, cobranças pagas  ·  zero críticos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B2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M12 · Aula 3 · Cena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documentos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11064240" cy="3566160"/>
          </a:xfrm>
          <a:prstGeom prst="roundRect">
            <a:avLst>
              <a:gd name="adj" fmla="val 2564"/>
            </a:avLst>
          </a:prstGeom>
          <a:solidFill>
            <a:srgbClr val="1E2125"/>
          </a:solidFill>
          <a:ln w="19050">
            <a:solidFill>
              <a:srgbClr val="F5B700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822960" y="1371600"/>
            <a:ext cx="10515600" cy="3291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5B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GRAVAÇÃO DE TELA DA PLATAFORMA
</a:t>
            </a:r>
            <a:pPr indent="0" marL="0">
              <a:buNone/>
            </a:pPr>
            <a:r>
              <a:rPr lang="en-US" sz="13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documentos em sequência: plano em uma página; calculadora "Meu modelo" com cenários; relatório executivo do trimestre (12 indicadores × 3 meses + comentário); relatório do produtor; relatórios de economia; SOP; régua; matriz de riscos.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4983480"/>
            <a:ext cx="11064240" cy="1097280"/>
          </a:xfrm>
          <a:prstGeom prst="rect">
            <a:avLst/>
          </a:prstGeom>
          <a:solidFill>
            <a:srgbClr val="1F7A4D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Plano  ·  conta com cenários  ·  relatório do trimestre  ·  produtor  ·  economia  ·  SOP  ·  régua  ·  riscos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M12 · Aula 3 · Cena 4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faz este projeto ser nota máxima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640080" y="1234440"/>
            <a:ext cx="10881360" cy="4937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0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Números batem entre laboratório e documentos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0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análise, não só descrição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0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riscos honestos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0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linguagem correta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0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tudo aplicável à vida real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M12 · Aula 3 · Cena 5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4754880"/>
            <a:ext cx="11247120" cy="1280160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7" name="Shape 4"/>
          <p:cNvSpPr/>
          <p:nvPr/>
        </p:nvSpPr>
        <p:spPr>
          <a:xfrm>
            <a:off x="457200" y="4754880"/>
            <a:ext cx="137160" cy="1280160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4800600"/>
            <a:ext cx="10789920" cy="11887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Agora é a sua vez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457200" y="914400"/>
            <a:ext cx="112471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0B6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APRESENTADOR — área do vídeo ]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Rexar Sistemas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M12 · Aula 3 — Laboratório: exemplo resolvido — três meses de operação</dc:title>
  <dc:subject>PptxGenJS Presentation</dc:subject>
  <dc:creator>PptxGenJS</dc:creator>
  <cp:lastModifiedBy>PptxGenJS</cp:lastModifiedBy>
  <cp:revision>1</cp:revision>
  <dcterms:created xsi:type="dcterms:W3CDTF">2026-10-30T10:46:07Z</dcterms:created>
  <dcterms:modified xsi:type="dcterms:W3CDTF">2026-10-30T10:46:07Z</dcterms:modified>
</cp:coreProperties>
</file>