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O caminho percorrido (0:00–1:40)
Visual: APRESENTADOR; ANIMAÇÃO da escada das quatro etapas, todas acesas.
Narração:
Parabéns. Você começou sem precisar saber o que era um quilowatt-hora e chegou até aqui: entendeu a regulação da geração distribuída, fez a conta de um negócio de assinatura, conseguiu uma usina, vendeu, contratou, alocou energia, conferiu faturas, cobrou, recebeu, mediu e planejou. Você operou uma empresa de assinatura de energia de ponta a ponta. Pouca gente no mercado sabe fazer tudo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primeiros 90 dias da empresa real (1:40–4:40)
Visual: SLIDE com três blocos de 30 dias.
Narração:
Se você vai tirar a empresa do papel, um plano para os primeiros noventa dias. Nos primeiros trinta: valide a sua conta com os números reais da sua distribuidora, contrate o advogado e o contador e converse com pelo menos cinco produtores. Do dia trinta e um ao sessenta: feche a primeira usina, com due diligence e contrato, monte a estrutura jurídica e configure a plataforma com a sua marca. Do sessenta e um ao noventa: faça a pré-venda, com data honesta, conquiste os primeiros trinta clientes, envie o rateio e rode o primeiro ciclo. E, se você já tem uma empresa solar, comece pela sua base de orçamentos perdidos.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Continue com a gente (4:40–6:20)
Visual: SLIDE.
Narração:
Você não termina o curso sozinho. Continue na comunidade de ex-alunos, onde empreendedores de todo o país trocam experiências. Acompanhe as atualizações regulatórias semestrais, incluídas no seu acesso, especialmente as regras do Fio B a partir de 2029 e a reforma tributária. E, quando for operar de verdade, conte com a plataforma que você usou no curso, com condição especial para alunos, e com a implantação assistida, se quiser acompanhamento nos primeiros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Despedida (6:20–7:00)
Visual: APRESENTADOR.
Narração:
A geração distribuída é um dos negócios mais interessantes do setor de energia: bom para o cliente, bom para o produtor e bom para quem faz a gestão com seriedade. Agora você sabe como fazer. Obrigado por estar aqui, e boa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 e próximos passos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o curso e orientar os primeiros 90 dias da empresa real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 ·  Regulação e negócio  ·  Operação  ·  Gestão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primeiros 90 dias da empresa real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1–30: validar a conta com números reais da distribuidora · advogado e contador · conversar com 5 produtores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31–60: fechar a primeira usina (due diligence + contrato) · estrutura jurídica · plataforma configurada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61–90: pré-venda com data honesta · primeiros 30 clientes · rateio · primeiro ciclo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4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com a gente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 de ex-alunos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regulatória semestral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 especial na plataforma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 assistida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— e boa operação!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M12 · Aula 4 — Encerramento e próximos passos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