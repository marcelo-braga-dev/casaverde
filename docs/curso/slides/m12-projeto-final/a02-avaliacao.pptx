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(0:00–0:30)
Visual: APRESENTADOR.
Narração:
Para você não ter surpresa, aqui estão os critérios exatos de avaliação do projeto final. Use esta aula como checklist antes de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cinco critérios (0:30–5:30)
Visual: SLIDE com tabela de critérios e pesos.
Narração:
São cinco critérios. O primeiro, com trinta por cento, é a operação no laboratório: tudo o que está no checklist existe e está correto — usinas, clientes, ocupação, faturas, cobranças, alertas. O segundo, com vinte por cento, é a conta do negócio: os números são coerentes, têm origem e consideram os cenários do Fio B. O terceiro, com vinte, são os indicadores e relatórios: os números batem com o laboratório e o comentário mostra análise, não só descrição. O quarto, com vinte, é a gestão: SOP, régua de cobrança, matriz de riscos e plano em uma página, aplicáveis à vida real. E o quinto, com dez, é a comunicação: clareza, a linguagem correta — participação, gestão, sem "venda de energia" — e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Notas e certificado (5:30–7:20)
Visual: SLIDE.
Narração:
Com setenta por cento ou mais, você é aprovado e recebe o certificado. Com noventa ou mais, o certificado sai com distinção, e o seu projeto pode ser convidado para a vitrine da comunidade. Abaixo de setenta, você recebe uma devolutiva detalhada e tem direito a uma nova entrega. No autoestudo, a avaliação é feita por você mesmo, com a rubrica e um checklist automático, e o certificado de conclusão exige os quizzes e a autoavaliação.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Encerramento (7:20–8:00)
Visual: APRESENTADOR.
Narração:
Na próxima aula, eu mostro um projeto resolvido, passando pelo laboratório e pelos documentos, para você ter uma referência de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projeto será avaliado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a rubrica e os critérios de aprovação e de distinção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claros, sem surpresa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critérios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Operação no laboratório completa e correta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Conta do negócio coerente (números com origem, cenários)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Indicadores e relatórios (precisão e análise)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Gestão: SOP, régua, riscos, plano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Comunicação (clareza, linguagem correta, apresentação)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e certificado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70%: aprovado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90%: aprovado com distinção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abaixo de 70%: devolutiva e uma nova entrega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exemplo resolvido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M12 · Aula 2 — Como o projeto será avaliado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