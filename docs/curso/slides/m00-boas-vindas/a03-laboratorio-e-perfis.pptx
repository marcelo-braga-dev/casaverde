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Chegou a hora de entrar no laboratório. Você recebeu um e-mail com o endereço e o acesso do seu ambiente. Esse ambiente é só seu: é uma empresa de assinatura de energia fictícia, que você vai administrar durante todo o curso. Nada do que você fizer aqui afeta pessoas reais. Pode clicar, testar e errar à vontade — se precisar, existe um botão para reiniciar o laboratório.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Login (0:40–1:40)
Visual: TELA — navegador abrindo o endereço do laboratório; tela de login; preencher e-mail e senha; entrar.
Narração:
Abra o endereço que veio no e-mail. Na tela de login, digite o seu e-mail e a senha. Na primeira entrada, troque a senha por uma só sua. Repare na barra no rodapé: ela mostra que você está num ambiente de aula e permite trocar de perfil. Já, já a gente usa.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Perfil Administrador (1:40–4:40)
Visual: TELA — dashboard do administrador; passar o mouse pelos grupos do menu lateral: Cliente Consumidor, Produtores Solar, Usinas Solar, Financeiro, Relatórios, Usuários, Suporte, Configurações, Integrações. Abrir o sino de alertas no cabeçalho.
Narração:
Você entrou como Administrador. Esse é o perfil do dono da empresa: ele vê tudo e configura tudo. No painel inicial, o dashboard, aparecem os números da operação: clientes ativos, propostas, faturas aguardando revisão, cobranças em aberto e vencidas, quanto há a receber. No menu lateral estão os módulos que vamos usar no curso inteiro. Cliente Consumidor, com clientes, propostas, contratos e unidades consumidoras. Produtores Solar, com os donos de usina e as propostas para eles. Usinas Solar, com as usinas, a gestão de energia e a geração mensal. Financeiro, com as faturas da distribuidora, as cobranças e os pagamentos. Relatórios. E Configurações, onde ficam as regras do seu negócio, como o desconto padrão que você oferece. No canto superior, o sino mostra os alertas operacionais — tudo o que precisa de atenção. Não se preocupe em entender cada tela agora: cada uma tem a sua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Perfil Consultor (4:40–6:40)
Visual: TELA — na barra do rodapé, clicar em "Consultor"; mostrar o dashboard do consultor; abrir a lista de clientes (menos clientes que no admin).
Narração:
Agora troque para o perfil Consultor, na barra do rodapé. O consultor é o vendedor da sua empresa. Ele prospecta clientes e donos de usina, faz propostas e acompanha a carteira dele. Repare na lista de clientes: aparecem menos clientes do que no administrador. Isso é proposital. Cada consultor só enxerga a própria carteira. Quando a sua empresa tiver cinco, dez vendedores, um não vê o cliente do outro. Isso protege a sua base comercial e evita conflito entre vendedores.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Perfil Cliente (6:40–8:40)
Visual: TELA — trocar para "Cliente"; dashboard do cliente com economia acumulada e gráfico de 12 meses; abrir "Cobranças" e uma cobrança.
Narração:
Agora troque para Cliente. Este é o portal que o seu assinante vê. Ele acompanha as faturas da distribuidora, as cobranças da sua empresa e, principalmente, quanto já economizou — esse número no topo é uma ferramenta poderosa de retenção, e vamos falar muito dele no módulo de relatórios. Ao abrir uma cobrança, o cliente vê o valor e, quando houver, o Pix copia e cola e o boleto para pagar. Quanto mais o cliente resolve sozinho no portal, menos ele liga para a sua empresa.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Perfil Produtor (8:40–10:20)
Visual: TELA — trocar para "Produtor"; dashboard do produtor; abrir a usina "UFV Sol Nascente I" e mostrar o histórico de geração.
Narração:
Por fim, o perfil Produtor. É o dono da usina que fornece a energia para a sua operação. Ele vê as usinas dele e o histórico de geração mês a mês. Para o produtor, transparência é confiança: ele precisa sentir que a usina dele está bem cuidada e bem aproveitada.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Exercício e encerramento (10:20–12:00)
Visual: APRESENTADOR, depois SLIDE com o exercício.
Narração:
Agora é com você. Faça o exercício da tela: entre como Administrador e anote três números do dashboard. Troque para Consultor e conte quantos clientes aparecem. Troque para Cliente e anote a economia acumulada. E, como Produtor, anote a geração do último mês da usina. Guarde essas anotações, vamos usar na próxima aula. Recapitulando: são quatro perfis — Administrador, que é você, o dono; Consultor, o vendedor; Cliente, o assinante; e Produtor, o dono da usina. Cada um vê só o que precisa ver. Na próxima aula, você vai definir a empresa que vai construir ao longo do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 · Aula 3 · Laboratório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Acessando o laboratório e tour dos quatro perfis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Acessar o laboratório, trocar de perfil e reconhecer as telas principais de cada perfil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M0 · Aula 3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 laboratório: uma empresa só sua, com dados fictícios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M0 · Aula 3 · Cena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navegador abrindo o endereço do laboratório; tela de login; preencher e-mail e senha; entrar.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Abra o endereço do e-mail  ·  2. Entre com seu e-mail e senha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M0 · Aula 3 · Cena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Administrador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do administrador; passar o mouse pelos grupos do menu lateral: Cliente Consumidor, Produtores Solar, Usinas Solar, Financeiro, Relatórios, Usuários, Suporte, Configurações, Integrações. Abrir o sino de alertas no cabeçalho.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 = dono da empresa: vê tudo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M0 · Aula 3 · Cena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Consultor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barra do rodapé, clicar em "Consultor"; mostrar o dashboard do consultor; abrir a lista de clientes (menos clientes que no admin).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Consultor = vendedor: vê só a própria carteira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M0 · Aula 3 · Cena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Cliente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trocar para "Cliente"; dashboard do cliente com economia acumulada e gráfico de 12 meses; abrir "Cobranças" e uma cobrança.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= assinante: vê faturas, cobranças e economia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M0 · Aula 3 · Cena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Produtor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trocar para "Produtor"; dashboard do produtor; abrir a usina "UFV Sol Nascente I" e mostrar o histórico de geração.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Produtor = dono da usina: vê suas usinas e a geração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M0 · Aula 3 · Cena 7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Exercício:  ·  1. Entre como Administrador e anote 3 números do dashboard  ·  2. Troque para Consultor e conte quantos clientes aparecem  ·  3. Troque para Cliente e anote a economia acumulada  ·  4. Troque para Produtor e anote a geração do último mês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M0 · Aula 3 — Acessando o laboratório e tour dos quatro perfis</dc:title>
  <dc:subject>PptxGenJS Presentation</dc:subject>
  <dc:creator>PptxGenJS</dc:creator>
  <cp:lastModifiedBy>PptxGenJS</cp:lastModifiedBy>
  <cp:revision>1</cp:revision>
  <dcterms:created xsi:type="dcterms:W3CDTF">2026-10-30T10:46:06Z</dcterms:created>
  <dcterms:modified xsi:type="dcterms:W3CDTF">2026-10-30T10:46:06Z</dcterms:modified>
</cp:coreProperties>
</file>