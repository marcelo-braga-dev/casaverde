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(0:00–0:30)
Visual: APRESENTADOR.
Narração:
Antes de entrar no conteúdo, quero mostrar como o curso está organizado. Isso vai fazer você estudar com mais eficiência e, principalmente, chegar até o final — que é onde está 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As quatro etapas (0:30–2:30)
Visual: ANIMAÇÃO de uma escada com quatro degraus que se acendem em sequência.
Narração:
O curso tem treze módulos, divididos em quatro etapas, e cada etapa sobe um degrau. Na primeira, Fundamentos, você entende energia, quilowatt-hora, como funciona a geração solar, como a energia chega até o cliente e como é formada a conta de luz. Na segunda, Regulação e Negócio, você aprende as regras da geração distribuída e faz a conta que mostra se um modelo de assinatura dá lucro. A terceira etapa é a maior: Operação de ponta a ponta. Aqui você vai, na prática, conseguir usinas, vender para clientes, assinar contratos, distribuir a energia, receber as faturas, cobrar e manter a rotina da empresa funcionando. E na quarta etapa, Gestão e Estratégia, você aprende a medir o negócio, gerir riscos, escalar e montar o seu plano — e entrega o projeto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Os tipos de aula (2:30–4:10)
Visual: SLIDE com dois ícones: câmera (aula expositiva) e tubo de ensaio (laboratório).
Narração:
Você vai encontrar dois tipos de aula. As aulas expositivas, como esta, explicam um conceito com exemplos e contas. Elas são curtas, de oito a quinze minutos, para você assistir com foco. E os laboratórios, que são gravações de tela na plataforma, mostrando passo a passo o que fazer. O laboratório tem também um roteiro escrito, para você repetir no seu ambiente no seu ritmo. A regra de ouro é: assistiu ao laboratório, faça o laboratório. Não deixe acumular. O conhecimento de operação só fixa quando você faz com as próprias mãos.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Quizzes, entregáveis e projeto final (4:10–5:30)
Visual: SLIDE com três blocos: Quiz, Entregável, Projeto final.
Narração:
Cada módulo termina com um quiz rápido, para você conferir se entendeu o essencial, e com um entregável: uma pequena peça do seu projeto, como a ficha da sua empresa, a conta do seu modelo de negócio ou a proposta para o seu primeiro cliente. Somando tudo, os entregáveis viram o projeto final: uma operação completa simulada, com usina, mais de vinte clientes, três meses de faturamento e um relatório executivo. Esse projeto é o seu certificado de que você sabe fazer — e pode virar, de verdade, o plano da sua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Como estudar (5:30–6:40)
Visual: SLIDE com checklist.
Narração:
Algumas dicas práticas. Reserve de três a cinco horas por semana: é o suficiente para um módulo. Se você está numa turma com acompanhamento, siga o cronograma, porque os encontros ao vivo acompanham os módulos. Anote as dúvidas e leve para a comunidade ou para o ao vivo — é ali que você vai ouvir as perguntas de outros empreendedores, e muitas vezes elas são as suas também. E use tudo o que receber no seu negócio real desde já: a calculadora, os modelos de proposta, os checklists.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Encerramento (6:40–7:00)
Visual: APRESENTADOR.
Narração:
Na próxima aula, você vai entrar no laboratório pela primeira vez e conhecer os quatro perfis da plataforma. Separe uns minutos com o computador à mão. Vamos lá.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 · Aula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curso funciona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Explicar a estrutura do curso, as quatro etapas, os tipos de aula e como estudar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M0 · Aula 2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curso funciona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M0 · Aula 2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quatro etapas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Fundamentos (M0–M1)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Regulação e negócio (M2–M3)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Operação ponta a ponta (M4–M9)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Gestão e estratégia (M10–M12)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M0 · Aula 2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tipos de aula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🎥 Aula expositiva — o conceito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Laboratório — a prática na plataforma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M0 · Aula 2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Quizzes, entregáveis e projeto final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por módulo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Entregável por módulo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final = sua empresa operando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M0 · Aula 2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estudar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- 3 a 5 horas por semana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Um módulo por semana (turma: siga o cronograma)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Anote dúvidas e leve ao ao vivo/comunidade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Use a calculadora e os modelos no seu negócio real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M0 · Aula 2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aula: acessando o laboratório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M0 · Aula 2 — Como o curso funciona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