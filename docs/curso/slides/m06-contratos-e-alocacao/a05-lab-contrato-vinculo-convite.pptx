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Neste laboratório, você vai levar um cliente da proposta aprovada até o acesso ao portal: emitir o contrato, vincular a unidade consumidora dele à usina e enviar o convite. Use a academia que você cadastrou no módulo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Aprovando a proposta e emitindo o contrato (0:40–4:40)
Visual: TELA — Cliente Consumidor → Propostas → abrir a proposta da academia → mudar status para Aprovada → ação de gerar contrato → formulário com Dados do Cliente (CPF/CNPJ, razão social, representante etc.), Endereço da Unidade Consumidora, Dados do Contrato (Data de Emissão, Data de Assinatura, Status) → salvar; lista em Cliente Consumidor → Contratos.
Narração:
Abra a proposta da academia e marque como aprovada: o cliente aceitou. A partir dela, gere o contrato. Repare que os dados da proposta já vêm preenchidos — cliente, unidade consumidora, média de consumo, taxa de redução, prazo. Complete os dados cadastrais do cliente que o contrato exige, como o representante legal e o endereço da unidade consumidora. Informe a data de emissão e salve. O contrato aparece em Cliente Consumidor, Contratos, com um código. Quando o cliente assinar — na vida real, pela ferramenta de assinatura eletrônica —, volte e registre a data de assinatura e o status de assinado.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Vinculando a UC à usina (4:40–9:00)
Visual: TELA — Cliente Consumidor → Unidades Consumidoras → abrir a UC da academia → ação de vincular usina: Usina (a usina do aluno), Energia Alocada (cota calculada, ex.: 5.795), % do Consumo Previsto (calculado), Início do Vínculo, Observações → salvar; mostrar "Alocado do Consumo Previsto" e "Disponível para nova alocação"; depois Usinas Solar → Gestão de Energia com a alocada atualizada.
Narração:
Agora, o vínculo, que é o coração da alocação. Abra Cliente Consumidor, Unidades Consumidoras, e entre na UC da academia. Crie um vínculo com a usina. Escolha a usina da sua empresa. Em energia alocada, informe a cota que você calculou no módulo 5: cerca de cinco mil, setecentos e noventa e cinco quilowatts-hora por mês. A plataforma mostra quanto isso representa do consumo previsto da UC. Informe a data de início do vínculo — a data em que você espera que os créditos comecem, depois do rateio — e salve. Repare que a tela da UC passa a mostrar quanto do consumo previsto está alocado e quanto ainda está disponível para uma nova alocação, por exemplo em outra usina. E, se você abrir Usinas Solar, Gestão de Energia, a energia alocada da usina já subiu e o saldo caiu. Uma observação: uma mesma unidade consumidora pode ter vínculos com usinas diferentes ao mesmo tempo, o que é útil quando o cliente é grande e nenhuma usina sozinha comporta a cota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percentual para o rateio (9:00–10:40)
Visual: TELA — Usinas Solar → Usinas → abrir a usina → lista de clientes vinculados com energia alocada; exportar/copiar para a planilha de rateio; calcular o % = alocada ÷ disponível.
Narração:
Para montar a lista de rateio da distribuidora, abra a usina e veja os clientes vinculados, com a energia alocada de cada um. Leve esses números para a planilha de rateio do curso, que calcula o percentual de cada unidade consumidora. Esse é o arquivo que a entidade envia à distribuidora, como você aprendeu na aula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O convite ao portal (10:40–13:20)
Visual: TELA — Cliente Consumidor → Clientes → abrir a academia → aba Acesso → gerar convite → mostrar link de ativação e botão "Compartilhar Convite via WhatsApp"; no laboratório, abrir a caixa de e-mails do laboratório e mostrar o e-mail de convite; abrir o link e mostrar a tela de ativação (criar senha).
Narração:
Por fim, o convite ao portal. Na ficha do cliente, abra a aba Acesso e gere o convite. A plataforma envia um e-mail de ativação para o cliente e mostra o link, que você também pode compartilhar pelo WhatsApp com um clique — o convite tem validade, por segurança. No laboratório, o e-mail não sai de verdade: ele aparece na caixa de e-mails do laboratório. Abra o convite e veja a tela de ativação, em que o cliente cria a própria senha. A partir daí, ele acessa o portal com as faturas, as cobranças e o relatório de economia. Uma dica: envie o convite junto com uma mensagem de boas-vindas explicando as duas contas — reforçar isso no primeiro dia evita sustos no primeiro mês.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Exercício e encerramento (13:20–15:00)
Visual: SLIDE.
Narração:
Agora, repita o processo para os cinco clientes do seu entregável do módulo 5: contrato, vínculo e convite. Confira na Gestão de Energia como a ocupação da usina evoluiu e monte a planilha de rateio com os percentuais. Na próxima aula, você vai encher a usina e testar as travas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 · Aula 5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contrato, vínculo cliente-usina e convite ao portal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Emitir o contrato a partir da proposta, vincular a UC à usina e enviar o convite de acesso ao portal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5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da proposta aprovada ao cliente no portal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5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Aprovando a proposta e emitindo o contrato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Consumidor → Propostas → abrir a proposta da academia → mudar status para Aprovada → ação de gerar contrato → formulário com Dados do Cliente (CPF/CNPJ, razão social, representante etc.), Endereço da Unidade Consumidora, Dados do Contrato (Data de Emissão, Data de Assinatura, Status) → salvar; lista em Cliente Consumidor → Contratos.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Proposta aprovada → Contrato (dados vêm da proposta) → status Emitido/Assinado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5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Vinculando a UC à usina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Consumidor → Unidades Consumidoras → abrir a UC da academia → ação de vincular usina: Usina (a usina do aluno), Energia Alocada (cota calculada, ex.: 5.795), % do Consumo Previsto (calculado), Início do Vínculo, Observações → salvar; mostrar "Alocado do Consumo Previsto" e "Disponível para nova alocação"; depois Usinas Solar → Gestão de Energia com a alocada atualizada.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 = UC + usina + energia alocada (kWh)  ·  atualiza a alocação da usina na hora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5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percentual para o rateio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Solar → Usinas → abrir a usina → lista de clientes vinculados com energia alocada; exportar/copiar para a planilha de rateio; calcular o % = alocada ÷ disponível.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de rateio = energia alocada ÷ geração média considerada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5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convite ao portal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Consumidor → Clientes → abrir a academia → aba Acesso → gerar convite → mostrar link de ativação e botão "Compartilhar Convite via WhatsApp"; no laboratório, abrir a caixa de e-mails do laboratório e mostrar o e-mail de convite; abrir o link e mostrar a tela de ativação (criar senha).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 Acesso → convite por e-mail + link para WhatsApp → cliente cria a senha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M6 · Aula 5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e 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Exercício: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Contrato + vínculo + convite para os 5 clientes do M5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Confira na Gestão de Energia: alocada e saldo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Monte a planilha de rateio com os percentuais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M6 · Aula 5 — Laboratório: contrato, vínculo cliente-usina e convite ao portal</dc:title>
  <dc:subject>PptxGenJS Presentation</dc:subject>
  <dc:creator>PptxGenJS</dc:creator>
  <cp:lastModifiedBy>PptxGenJS</cp:lastModifiedBy>
  <cp:revision>1</cp:revision>
  <dcterms:created xsi:type="dcterms:W3CDTF">2026-10-30T10:46:06Z</dcterms:created>
  <dcterms:modified xsi:type="dcterms:W3CDTF">2026-10-30T10:46:06Z</dcterms:modified>
</cp:coreProperties>
</file>