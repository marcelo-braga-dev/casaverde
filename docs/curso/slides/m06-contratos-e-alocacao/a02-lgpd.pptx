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(0:00–0:40)
Visual: APRESENTADOR.
Narração:
Uma empresa de assinatura de energia trata muitos dados pessoais: nome, CPF, endereço, telefone, e-mail, e as contas de luz, que revelam hábitos de consumo. A Lei Geral de Proteção de Dados se aplica a você desde o primeiro cliente. A boa notícia: com alguns cuidados, a conformidade é simples e vira até argumento de confiança.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Que dados e para quê (0:40–3:30)
Visual: SLIDE com tabela.
Narração:
O primeiro princípio é o da finalidade e da necessidade: colete só o que precisa, para uma finalidade clara. Nome e documento servem para o contrato, a cobrança e o cadastro na distribuidora. Endereço e unidade consumidora, para o rateio e para associar as faturas. Telefone e e-mail, para os avisos e o acesso ao portal. E as faturas da distribuidora, para calcular a cobrança e o relatório de economia. Não colete dados que você não usa, como renda ou profissão, a menos que haja um motivo.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Bases legais e transparência (3:30–5:40)
Visual: SLIDE.
Narração:
Toda operação com dados precisa de uma base legal. Na assinatura, a principal é a execução do contrato: você precisa dos dados para cumprir o que combinou com o cliente. Algumas operações têm base em obrigação legal ou regulatória, como guardar documentos fiscais. Não dependa de "consentimento para tudo": ele pode ser revogado e não é a base adequada para o essencial do contrato. E seja transparente: tenha um aviso de privacidade simples, explicando que dados você coleta, para quê, com quem compartilha — a distribuidora, o meio de pagamento, o contador — e como o titular exerce os direitos dele.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Segurança e acesso (5:40–8:20)
Visual: SLIDE com práticas.
Narração:
O segundo pilar é a segurança. Cada pessoa da equipe deve acessar só o que precisa. Na plataforma, isso já acontece pelos perfis: o consultor vê só a carteira dele, o cliente vê só os próprios dados, as faturas ficam guardadas em área protegida e os documentos de proposta são entregues por link temporário. O que costuma vazar está fora do sistema: planilhas com CPF enviadas por WhatsApp, contas de luz salvas no celular do vendedor, e-mails encaminhados. Crie uma regra simples: dado de cliente vive no sistema, não em arquivo solto.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Direitos do titular e retenção (8:20–10:20)
Visual: SLIDE.
Narração:
O titular dos dados tem direitos: saber que dados você tem, corrigir, pedir a eliminação quando cabível. Defina um canal para isso — pode ser o próprio suporte da plataforma ou um e-mail — e um responsável, o encarregado. Defina também por quanto tempo você guarda cada tipo de dado depois que o contrato termina: alguns, como documentos fiscais, você precisa manter por prazo legal; outros podem ser eliminados. Um detalhe da plataforma: quando um cliente é excluído, o CPF ou CNPJ é apagado do cadastro, o que permite que ele volte no futuro sem conflito — mas o histórico financeiro necessário continua.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Resumo (10:20–11:00)
Visual: APRESENTADOR.
Narração:
Resumindo: colete só o necessário, use a execução do contrato como base principal, tenha um aviso de privacidade, mantenha os dados dentro do sistema com acesso por perfil, ofereça um canal ao titular e defina prazos de retenção. Na próxima aula, a lista de rateio na distribuidora.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 · Aula 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LGPD na operação de GD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os princípios da LGPD aos dados de clientes, produtores e faturas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M6 · Aula 2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vai guardar CPF, endereço e conta de luz de centenas de pessoas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M6 · Aula 2 · Cena 2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dados e para quê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Dado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Finalidade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4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Nome, CPF/CNPJ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Contrato, cobrança, cadastro na distribuidora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Endereço, UC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Rateio de créditos, faturas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Telefone, e-mail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Avisos de cobrança, portal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Faturas da distribuidora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Cálculo da cobrança, relatório de economia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M6 · Aula 2 · Cena 3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Bases legais e transparência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legal principal: execução de contrato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cumprimento de obrigação legal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aviso de privacidade claro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M6 · Aula 2 · Cena 4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 e acesso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Acesso por perfil (carteira)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senhas fortes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faturas fora de pastas públicas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nada de planilha no WhatsApp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de quem acessou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M6 · Aula 2 · Cena 5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Direitos do titular e retenção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Acesso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correção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eliminação (quando cabível)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 de atendimento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encarregado (DPO)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prazo de retenção definido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M6 · Aula 2 · Cena 6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o necessário  ·  base legal: contrato  ·  aviso de privacidade  ·  acesso por perfil  ·  canal do titular  ·  retenção definida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M6 · Aula 2 — LGPD na operação de GD</dc:title>
  <dc:subject>PptxGenJS Presentation</dc:subject>
  <dc:creator>PptxGenJS</dc:creator>
  <cp:lastModifiedBy>PptxGenJS</cp:lastModifiedBy>
  <cp:revision>1</cp:revision>
  <dcterms:created xsi:type="dcterms:W3CDTF">2026-10-30T10:46:06Z</dcterms:created>
  <dcterms:modified xsi:type="dcterms:W3CDTF">2026-10-30T10:46:06Z</dcterms:modified>
</cp:coreProperties>
</file>