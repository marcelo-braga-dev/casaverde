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(0:00–0:50)
Visual: APRESENTADOR.
Narração:
Existe um erro que já quebrou empresas de assinatura de energia: vender mais energia do que as usinas geram. Parece impossível de acontecer, mas acontece com facilidade quando vários vendedores vendem ao mesmo tempo, quando a usina gera menos do que o projetado ou quando ninguém acompanha a conta. O resultado: todos os clientes recebem menos créditos do que esperavam, a economia some, as reclamações chegam juntas e a reputação vai embora. Nesta aula, você aprende a evitar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Disponível, alocado e saldo (0:50–3:20)
Visual: ANIMAÇÃO: barra da usina com três partes: alocada (azul), saldo (verde), margem de segurança (cinza).
Narração:
Três números controlam a alocação. A energia disponível, que você define a partir da geração média, de forma conservadora. A energia alocada, que é a soma das cotas de todos os clientes vinculados. E o saldo, que é a diferença, ou seja, o que ainda pode ser vendido. A meta de ocupação saudável fica entre noventa e noventa e oito por cento da energia disponível. Abaixo disso, você deixa dinheiro na mesa. Acima, qualquer mês fraco deixa os clientes com menos créditos do que o contratado.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As travas da plataforma (3:20–5:40)
Visual: TELA rápida — tentativa de vincular energia acima do saldo e a mensagem "A energia solicitada excede o saldo disponível da usina."; depois a tela de Alertas Operacionais com um alerta crítico de usina.
Narração:
A plataforma tem duas travas. A primeira é na hora de vincular um cliente: se a energia pedida for maior que o saldo da usina, o vínculo é recusado. Dois vendedores não conseguem vender a mesma energia, porque o segundo vínculo esbarra no saldo. A segunda trava é para quando a realidade muda depois: se você registra uma geração menor e a energia disponível cai abaixo da alocada, a varredura de alertas da usina acusa um alerta crítico, de energia alocada maior que a disponível. Além dele, existem alertas de usina sem registro de geração no mês, de usina sem energia disponível, de saldo baixo e de cliente consumindo mais do que a cota alocada.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Concentração e GD III (5:40–7:30)
Visual: SLIDE com gráfico de pizza: um cliente com 30% em destaque vermelho.
Narração:
O segundo cuidado é a concentração. Em usinas acima de quinhentos quilowatts, um participante com vinte e cinco por cento ou mais dos créditos pode levar a usina para o GD três, como vimos no módulo 2. Mas, mesmo abaixo dessa linha, concentração é risco: se o seu maior cliente tem vinte por cento da usina e cancela ou para de pagar, um quinto da receita some de uma vez. Prefira uma carteira diversificada, combinando empresas, que trazem volume, com residências, que diluem o risco.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Quando a geração cai (7:30–10:00)
Visual: SLIDE com três respostas.
Narração:
E quando a geração cai? Depende da causa. Uma queda pontual, num mês nublado, não exige nada: o rateio é percentual, todos recebem proporcionalmente menos, e a cobrança acompanha, porque é calculada sobre o que foi compensado. Uma queda por falha — um inversor parado, sujeira, furto de cabos — exige acionar a manutenção imediatamente e avisar os clientes com transparência. E uma queda estrutural — a usina simplesmente gera menos do que o projetado, mês após mês — exige reduzir a energia disponível, rebalancear as cotas e, se for o caso, mover clientes para outra usina. É aqui que ter mais de uma usina dá segurança à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[QUADRO] Planejando a ocupação (10:00–11:30)
Visual: QUADRO.
Narração:
Para planejar, comece da meta: sessenta mil quilowatts-hora disponíveis, com ocupação de noventa e cinco por cento, dão cinquenta e sete mil alocáveis. Um desenho possível: seis empresas somando uns vinte mil, setenta residências somando uns vinte e oito mil e o restante como reserva para clientes na fila e para ajustes de cota. Cada usina deve ter esse plano de ocupação, e o time comercial deve vender olhando para 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(11:30–12:00)
Visual: APRESENTADOR.
Narração:
Resumindo: ocupe entre noventa e noventa e oito por cento da energia disponível, confie nas travas da plataforma, evite concentração e responda às quedas de geração conforme a causa. Nos dois laboratórios a seguir, você vai emitir contratos, vincular clientes e encher a sua usina.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· Aula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Alocação de energia sem vender o que não existe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Planejar a ocupação da usina, evitar oversell e concentração, e reagir a quedas de geração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4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erro que quebra empresas de assinatura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4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Disponível, alocado e saldo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Disponível (conservador) = alocado + saldo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ocupação-alvo: 90–98% da disponível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4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travas da plataforma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rápida — tentativa de vincular energia acima do saldo e a mensagem "A energia solicitada excede o saldo disponível da usina."; depois a tela de Alertas Operacionais com um alerta crítico de usina.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 1: não vincula acima do saldo  ·  Trava 2: alerta crítico se o alocado passar do disponível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4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Concentração e GD III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 &gt; 500 kW: nenhum participante ≥ 25%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diversifique: risco de inadimplência e de saída também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4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 geração cai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pontual (1 mês) → nada a fazer: rateio é %, todos recebem proporcionalmente menos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por falha → acionar O&amp;M, comunicar clientes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estrutural → reduzir disponível, rebalancear cotas, mover clientes para outra usina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4 · Cena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Planejando a ocupação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60.000 kWh disponíveis × 95% = 57.000 kWh alocáveis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ex.: 6 empresas (~20.000) + 70 residências (~28.000) + saldo para fila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4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Ocupação 90–98%  ·  travas da plataforma  ·  sem concentração  ·  reagir à causa da queda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M6 · Aula 4 — Alocação de energia sem vender o que não existe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