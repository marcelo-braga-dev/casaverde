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 com um contrato.
Narração:
O cliente aceitou a proposta. Agora vem o contrato, que transforma a conversa em obrigações claras para os dois lados. Um bom contrato de assinatura é curto, legível e cobre as situações que vão acontecer de verdade: a usina gerar menos, o cliente mudar, a regra mudar, alguém atrasar. Vamos ver as cláusulas essenciais. Lembre: a minuta final deve ser revisada pelo seu advogado.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As partes e a estrutura (0:40–2:40)
Visual: ANIMAÇÃO lembrando os quatro contratos do M3, com destaque para "Adesão do cliente".
Narração:
Primeiro, quem assina. Lembre da estrutura do módulo 3: o cliente adere à entidade que detém a usina — consórcio, cooperativa ou associação — e a sua empresa faz a gestão. Dependendo do desenho jurídico, o cliente assina um termo de adesão à entidade e um contrato com as regras da participação, ou um único instrumento que reúne tudo. O importante é que fique claro: o cliente é participante da geração compartilhada, recebe um percentual dos créditos e contribui com os custos conforme a regra do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As cláusulas essenciais (2:40–8:40)
Visual: SLIDE com lista que aparece item a item.
Narração:
São dez cláusulas essenciais. Um: o objeto, identificando a unidade consumidora, ou as unidades, que vão receber os créditos. Dois: a cota, em percentual ou em quilowatt-hora de referência, e a data prevista para o início dos créditos. Três: como o valor mensal é calculado — a energia compensada na fatura da distribuidora, multiplicada por um menos o desconto. Escreva a fórmula e um exemplo numérico; isso evita muita discussão. Quatro: vencimento, meios de pagamento — Pix e boleto — e as consequências do atraso, com multa e juros dentro do que a lei permite. Cinco: prazo, renovação e cancelamento, com aviso prévio suficiente para você atualizar o rateio. Seis: o que acontece se o cliente mudar de endereço ou trocar a titularidade da conta. Sete: variação de geração — se a usina gerar menos, ele recebe menos créditos e paga proporcionalmente menos. Oito: reajuste e reequilíbrio em caso de mudança regulatória, como a do Fio B. Nove: as obrigações do cliente — manter a conta no nome dele, informar mudanças, autorizar o acesso às faturas. E dez: dados pessoais e canais de comunicação, que é o tema da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Assinatura e documentos (8:40–10:40)
Visual: SLIDE com checklist.
Narração:
Para assinar, colete os documentos. Pessoa física: documento de identidade, a conta de luz no nome dela e, se o contrato exigir, comprovante de endereço. Pessoa jurídica: o cartão CNPJ ou o contrato social, o documento do representante legal e a conta de luz. Use assinatura eletrônica com trilha de auditoria — é aceita juridicamente, rápida e evita papel. Guarde tudo organizado por cliente: quando a distribuidora, um auditor ou o próprio cliente pedir, você encontra em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contrato na plataforma (10:40–11:40)
Visual: TELA rápida — Cliente Consumidor → Contratos: lista com código, cliente, proposta de origem, status (Emitido, Assinado, Ativo, Cancelado).
Narração:
Na plataforma, o contrato nasce da proposta aprovada, aproveitando os dados dela, e tem status: emitido, assinado, ativo, cancelado. No laboratório deste módulo, você vai emitir os contratos dos seus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(11:40–12:00)
Visual: APRESENTADOR.
Narração:
Resumindo: dez cláusulas, a fórmula do valor com exemplo, cancelamento com aviso prévio, reequilíbrio regulatório e assinatura eletrônica com documentos organizados. Na próxima aula, a LGPD.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Aula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contrato do cliente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as cláusulas essenciais e o fluxo de assinatura do contrato do cliente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1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contrato protege o cliente, o produtor e você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1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partes e a estrutura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do cliente = adesão à entidade + regras da participação + gestão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1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cláusulas essenciais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Objeto e unidade(s) consumidora(s)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Cota/percentual e início previsto dos créditos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Cálculo mensal do valor (energia compensada × (1 − desconto))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Vencimento, meios de pagamento, atraso (multa e juros legais)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Prazo, renovação e cancelamento (aviso prévio)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Mudança de endereço/titularidade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Variação de geração (nunca paga o que não recebeu)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Reajuste e reequilíbrio regulatório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Obrigações do cliente (manter titularidade, informar mudanças, enviar faturas se preciso)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Dados pessoais (LGPD) e comunicação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1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e documentos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PF: documento, conta de luz no nome do titular, comprovante de endereço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PJ: contrato social/CNPJ, documento do representante, conta de luz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eletrônica com trilha de auditoria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1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contrato na plataforma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rápida — Cliente Consumidor → Contratos: lista com código, cliente, proposta de origem, status (Emitido, Assinado, Ativo, Cancelado).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nasce da proposta aprovada  ·  status: emitido → assinado → ativo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1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cláusulas  ·  fórmula com exemplo  ·  cancelamento com aviso prévio  ·  reequilíbrio regulatório  ·  assinatura eletrônica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Aula 1 — O contrato do cliente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