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(0:00–0:40)
Visual: APRESENTADOR segurando uma única folha.
Narração:
Ao longo do curso, você produziu muitas peças: a ficha da empresa, a conta do negócio, a usina, os clientes, o SOP, os indicadores, a matriz de riscos. Nesta aula, você vai juntar tudo numa única página. É o documento que você leva para um sócio, um investidor, um banco — e para você mesmo, para não perder o rumo.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Os nove blocos (0:40–8:40)
Visual: SLIDE com a página dividida em nove blocos, que se acendem um a um.
Narração:
São nove blocos. Um: a proposta de valor, em uma frase para o cliente — economia sem investimento — e uma para o produtor — renda com a usina cheia e zero trabalho. Dois: o mercado, ou seja, a distribuidora, a região e o público-alvo. Três: o modelo — leve, pesado ou híbrido — e a estrutura jurídica. Quatro: o unit economics, com o valor do crédito, o desconto, a taxa de administração, o repasse e a margem por quilowatt-hora, para 2026, 2027 e 2028. Cinco: as metas de doze e de trinta e seis meses, em usinas, megawatts-hora por mês e clientes. Seis: o ponto de equilíbrio e o capital necessário para chegar lá. Sete: a equipe e os parceiros. Oito: os indicadores-chave com as metas. E nove: os três ou quatro riscos principais, com a mitigação. Cada bloco já existe nos seus entregáveis: o trabalho agora é resumir.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Exemplo preenchido (8:40–11:00)
Visual: SLIDE com o plano da "Solaris Assinaturas (fictícia)" preenchido.
Narração:
Veja o exemplo da Solaris, a empresa fictícia do módulo zero. Modelo híbrido: a integradora constrói usinas para investidores e as gere. Um consórcio para empresas e uma associação para residências. Meta: de uma para quatro usinas em trinta e seis meses. Ponto de equilíbrio no mês dezoito, com o capital de giro calculado na planilha. Equipe da fase um. Indicadores com metas. E os três riscos principais: regulação, inadimplência e ritmo de captação de usinas. Repare como cada número tem origem num laboratório ou numa planilha do 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Resumo (11:00–12:00)
Visual: APRESENTADOR.
Narração:
Resumindo: nove blocos, números com origem, uma página. Esse plano é o entregável do módulo e a espinha do projeto final. No próximo e último módulo, você vai apresentar a sua empresa funcionando.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M11 · Aula 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plano de negócio em uma página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Consolidar tudo o que foi construído num plano de negócio de uma página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M11 · Aula 6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sua empresa em uma folha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M11 · Aula 6 · Cena 2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nove blocos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Proposta de valor (para cliente e produtor)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Mercado: distribuidora, região, público-alvo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Modelo: asset-light / heavy / híbrido · estrutura jurídica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Unit economics: crédito, desconto, taxa, repasse, margem/kWh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Metas 12 e 36 meses: usinas, MWh/mês, clientes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Ponto de equilíbrio e capital necessário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Equipe e parceiros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Indicadores-chave e metas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Riscos principais e mitigação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M11 · Aula 6 · Cena 3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preenchido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Solaris Assinaturas: híbrido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consórcio (empresas) + associação (residências)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→ 4 usinas em 36 meses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de equilíbrio no mês 18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de giro R$ X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M11 · Aula 6 · Cena 4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blocos  ·  números com origem  ·  1 página  ·  Próximo: projeto final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M11 · Aula 6 — O plano de negócio em uma página</dc:title>
  <dc:subject>PptxGenJS Presentation</dc:subject>
  <dc:creator>PptxGenJS</dc:creator>
  <cp:lastModifiedBy>PptxGenJS</cp:lastModifiedBy>
  <cp:revision>1</cp:revision>
  <dcterms:created xsi:type="dcterms:W3CDTF">2026-10-30T10:46:07Z</dcterms:created>
  <dcterms:modified xsi:type="dcterms:W3CDTF">2026-10-30T10:46:07Z</dcterms:modified>
</cp:coreProperties>
</file>