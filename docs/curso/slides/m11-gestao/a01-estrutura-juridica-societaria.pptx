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No módulo 3, você escolheu a forma da entidade que detém as usinas. Agora, vamos olhar a estrutura completa da empresa, como um advogado e um investidor olhariam: quais empresas existem, quem contrata quem e onde fica cada risco. Esta aula é um mapa para a conversa com o seu advogado, não um substituto dela.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O desenho típico (0:40–4:20)
Visual: ANIMAÇÃO com caixas: "Gestora (sua empresa, Ltda.)" → contrato de gestão → "Entidade A (consórcio — empresas)" e "Entidade B (cooperativa/associação — residências)"; cada entidade ↔ usinas (locação) ↔ produtores; clientes ↔ entidades (adesão); "SPE da usina" (se asset-heavy).
Narração:
O desenho mais comum tem três camadas. A gestora: a sua empresa, normalmente uma sociedade limitada, que emprega a equipe, contrata a plataforma e os parceiros e recebe a taxa de administração. As entidades: uma ou mais, conforme o público — por exemplo, um consórcio para empresas e uma cooperativa ou associação para residências —, cada uma titular das unidades das usinas ligadas a ela, com contrato de gestão com a sua empresa. E as usinas: locadas pelas entidades junto aos produtores. Se você for dono de usinas, no modelo asset-heavy, é comum colocar cada usina numa sociedade de propósito específico, uma SPE: isso separa o risco e o financiamento de cada usina e facilita vender ou trazer um investidor para uma usina específica.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Por que separar (4:20–6:40)
Visual: SLIDE.
Narração:
Por que tanta separação? Primeiro, para isolar riscos: um problema numa usina não contamina a gestora nem as outras usinas. Segundo, para facilitar financiamento: bancos e investidores preferem financiar uma SPE com uma usina e contratos claros. Terceiro, para a governança: na cooperativa ou na associação, quem decide é a assembleia; na gestora, os sócios. E quarto, para a tributação adequada de cada atividade, que é o tema da próxima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Contratos que precisam existir (6:40–9:20)
Visual: SLIDE com checklist.
Narração:
Faça um inventário dos contratos. O contrato social da gestora e, se houver mais de um sócio, um acordo de sócios — quem investe, quem trabalha, o que acontece se um sair. A constituição de cada entidade. O contrato de gestão entre a entidade e a gestora. A locação de cada usina. O contrato de adesão do cliente. Os contratos com parceiros: manutenção, seguro, meio de pagamento, plataforma. E a política de privacidade e os termos de uso do portal. Cada um deles deve ter cláusulas de reequilíbrio regulatório coerentes entre 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Para quem já tem empresa solar (9:20–11:20)
Visual: SLIDE.
Narração:
Se você já tem uma integradora, avalie separar a atividade de gestão em outra empresa, ou pelo menos ter as atividades bem definidas. Quando a sua integradora constrói e mantém a usina que a sua gestora administra, os contratos de obra e de manutenção devem ter preço e condições de mercado — o investidor vai perguntar. Transparência nesse ponto é o que dá credibilidade ao modelo híbrido.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(11:20–12:00)
Visual: APRESENTADOR.
Narração:
Resumindo: gestora, entidades por público e usinas, eventualmente em SPEs; um inventário completo de contratos coerentes entre si; e tudo validado por um advogado especializado em energia. Na próxima aula, os tributos.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jurídica e societária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Organizar as empresas, entidades e contratos da operação e saber o que levar ao advogado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1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operação, várias pessoas jurídicas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1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desenho típico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Gestora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Entidades por público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Usinas locadas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 por usina (asset-heavy)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1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separar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= isolar riscos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facilitar financiamento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clara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tributação adequada a cada atividade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1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que precisam existir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Contrato social da gestora (e acordo de sócios)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Constituição de cada entidade (contrato de consórcio / estatuto)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Contrato de gestão entidade ↔ gestora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Locação da usina produtor ↔ entidade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Adesão/participação do cliente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O&amp;M, seguro, meio de pagamento, plataforma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Política de privacidade e termos de uso do portal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1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quem já tem empresa solar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Integradora + gestora: empresas separadas ou CNAEs distintos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de EPC e O&amp;M com preço de mercado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a conflito de interesse com o investidor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1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Gestora  ·  entidades  ·  usinas (SPE)  ·  inventário de contratos  ·  advogado especializado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M11 · Aula 1 — Estrutura jurídica e societária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