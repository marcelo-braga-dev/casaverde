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[APRESENTADOR] Abertura (0:00–0:40)
Visual: APRESENTADOR.
Narração:
A plataforma que você usou o curso inteiro pode ter a marca da sua empresa: nome, cores e logotipos, em todas as telas, nos PDFs de proposta, nos boletos e nos e-mails. Neste laboratório, você aplica a sua identidade visual e conhece as configurações que fazem a empresa funcionar.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Identidade Visual (0:40–4:20)
Visual: TELA — Configurações → Identidade Visual: Nome da Plataforma, Cor primária, Cor secundária, Cor de destaque, Cor de fundo (menu), Cor do texto e ícones, Logo da plataforma, Logo para o boleto (PDF), Favicon; "Prévia do menu lateral" com a pré-visualização ao lado da atual; salvar; recarregar e mostrar o menu e uma proposta em PDF com a nova marca.
Narração:
Abra Configurações, Identidade Visual. Preencha o nome da plataforma com o nome da sua empresa. Escolha as cores: primária, secundária, de destaque, a cor de fundo do menu e a cor do texto e dos ícones. Envie o logotipo da plataforma, um logotipo específico para o boleto em PDF — normalmente uma versão horizontal, que funciona bem impressa — e o favicon, o ícone da aba do navegador. A tela mostra uma prévia do menu antes de salvar. Salve e recarregue: o menu, o login, os e-mails e os PDFs de proposta e de boleto passam a usar a sua marca. Gere uma proposta para 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A equipe na plataforma (4:20–6:20)
Visual: TELA — Usuários → Consultores Cadastrados → novo consultor (nome, e-mail, senha inicial que respeita a política); Usuários → Administradores.
Narração:
Agora, a equipe. Em Usuários, Consultores Cadastrados, crie um consultor. A senha precisa seguir a política da plataforma: pelo menos oito caracteres, com letras e números. Esse consultor vai ver só a própria carteira. Os administradores, em Usuários, Administradores, são para quem opera faturas, cobranças e configurações. Dê o perfil de administrador só a quem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Modelos de WhatsApp (6:20–8:20)
Visual: TELA — Whatsapp → Templates de Mensagens: editar o modelo de lembrete de cobrança e o de envio de boleto, mostrando os campos {{nome}}, {{valor}}, {{vencimento}}; salvar; ver a mensagem gerada a partir de uma cobrança.
Narração:
Em Whatsapp, Templates de Mensagens, ficam os modelos das mensagens que os consultores enviam: lembrete de cobrança, envio de boleto, convite. Edite com o tom da sua empresa. Os campos entre chaves duplas, como o nome do cliente, o valor e o vencimento, são preenchidos automaticamente. Lembre: a plataforma prepara a mensagem, mas o envio é sempre um clique humano.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[TELA] Integrações (8:20–11:00)
Visual: TELA — Financeiro → Bancos (contas de pagamento): campos Public Key, Access Token, Webhook Secret (mascarados, não preencher com dados reais); Integrações → Configurações de Integração (caixas de e-mail de importação) e Histórico de Importação.
Narração:
Por fim, as integrações, que na empresa real são configuradas uma vez, com cuidado. Em Financeiro, Bancos, fica a conta do Mercado Pago: a chave pública, o token de acesso e a chave secreta dos avisos de pagamento. Sem essa chave secreta, a plataforma recusa os avisos, por segurança. As credenciais ficam criptografadas e nunca aparecem para outros usuários. Em Integrações, ficam as caixas de e-mail que recebem as faturas e o histórico de importação. No laboratório, não use credenciais reais: o guia de configuração completo do Mercado Pago está nos materiais, para quando você montar a empresa de verdade.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[SLIDE] Encerramento (11:00–12:00)
Visual: SLIDE.
Narração:
Para o entregável, aplique a identidade visual da sua empresa, crie um consultor e edite dois modelos de mensagem. Poste um print do menu com a sua marca na comunidade. Na próxima aula, o último passo antes do projeto final: o plano de negócio em uma página.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6400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M11 · Aula 5 · Laboratório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32720" cy="17373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e marca — identidade visual e integrações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4297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Aplicar a identidade visual da empresa, cadastrar consultores, editar modelos de WhatsApp e conhecer as integrações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692640" y="580644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/>
        </p:spPr>
      </p:sp>
      <p:pic>
        <p:nvPicPr>
          <p:cNvPr id="9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5879592"/>
            <a:ext cx="1920240" cy="63093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Geração distribuída compartilhada, da regulação à operação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5 · Cena 1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4754880"/>
            <a:ext cx="11247120" cy="1280160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7" name="Shape 4"/>
          <p:cNvSpPr/>
          <p:nvPr/>
        </p:nvSpPr>
        <p:spPr>
          <a:xfrm>
            <a:off x="457200" y="4754880"/>
            <a:ext cx="137160" cy="1280160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480060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Laboratório: a plataforma com a cara da sua empresa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914400"/>
            <a:ext cx="112471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0B6B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APRESENTADOR — área do vídeo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5 · Cena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Identidade Visual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→ Identidade Visual: Nome da Plataforma, Cor primária, Cor secundária, Cor de destaque, Cor de fundo (menu), Cor do texto e ícones, Logo da plataforma, Logo para o boleto (PDF), Favicon; "Prévia do menu lateral" com a pré-visualização ao lado da atual; salvar; recarregar e mostrar o menu e uma proposta em PDF com a nova marca.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Configurações → Identidade Visual: nome  ·  cores  ·  logos  ·  favicon  ·  prévia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5 · Cena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equipe na plataforma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 → Consultores Cadastrados → novo consultor (nome, e-mail, senha inicial que respeita a política); Usuários → Administradores.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Usuários: consultores (carteira própria) e administradores (operação)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5 · Cena 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Modelos de WhatsApp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→ Templates de Mensagens: editar o modelo de lembrete de cobrança e o de envio de boleto, mostrando os campos {{nome}}, {{valor}}, {{vencimento}}; salvar; ver a mensagem gerada a partir de uma cobrança.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com {{variáveis}} preenchidas automaticamente  ·  envio sempre por clique humano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2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9CD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5 · Cena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Integrações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11064240" cy="3566160"/>
          </a:xfrm>
          <a:prstGeom prst="roundRect">
            <a:avLst>
              <a:gd name="adj" fmla="val 2564"/>
            </a:avLst>
          </a:prstGeom>
          <a:solidFill>
            <a:srgbClr val="1E2125"/>
          </a:solidFill>
          <a:ln w="19050">
            <a:solidFill>
              <a:srgbClr val="F5B700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822960" y="1371600"/>
            <a:ext cx="10515600" cy="3291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5B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GRAVAÇÃO DE TELA DA PLATAFORMA
</a:t>
            </a:r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Financeiro → Bancos (contas de pagamento): campos Public Key, Access Token, Webhook Secret (mascarados, não preencher com dados reais); Integrações → Configurações de Integração (caixas de e-mail de importação) e Histórico de Importação.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11064240" cy="1097280"/>
          </a:xfrm>
          <a:prstGeom prst="rect">
            <a:avLst/>
          </a:prstGeom>
          <a:solidFill>
            <a:srgbClr val="1F7A4D"/>
          </a:solidFill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Contas de pagamento (Mercado Pago)  ·  caixas de e-mail de faturas  ·  credenciais criptografadas  ·  webhook exige a chave secreta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4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2011680" cy="54864"/>
          </a:xfrm>
          <a:prstGeom prst="rect">
            <a:avLst/>
          </a:prstGeom>
          <a:solidFill>
            <a:srgbClr val="F5B7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44652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Formação em Energia por Assinatura  ·  M11 · Aula 5 · Cena 6</a:t>
            </a:r>
            <a:endParaRPr lang="en-US" sz="1000" dirty="0"/>
          </a:p>
        </p:txBody>
      </p:sp>
      <p:pic>
        <p:nvPicPr>
          <p:cNvPr id="5" name="Image 0" descr="/www/wwwroot/rexar/gdsolar/docs/curso/slides/assets/logo-rex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6327648"/>
            <a:ext cx="123444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200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640080" y="1234440"/>
            <a:ext cx="10881360" cy="49377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Entregável: identidade visual aplicada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consultor criado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2400" dirty="0">
                <a:solidFill>
                  <a:srgbClr val="2B2F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templates editados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Rexar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M11 · Aula 5 — Laboratório: tecnologia e marca — identidade visual e integrações</dc:title>
  <dc:subject>PptxGenJS Presentation</dc:subject>
  <dc:creator>PptxGenJS</dc:creator>
  <cp:lastModifiedBy>PptxGenJS</cp:lastModifiedBy>
  <cp:revision>1</cp:revision>
  <dcterms:created xsi:type="dcterms:W3CDTF">2026-10-30T10:46:07Z</dcterms:created>
  <dcterms:modified xsi:type="dcterms:W3CDTF">2026-10-30T10:46:07Z</dcterms:modified>
</cp:coreProperties>
</file>