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Todo negócio tem riscos. O que diferencia uma empresa sólida é conhecer os seus, saber qual pode acontecer, qual dói mais, e ter um plano para cada um. Nesta aula, você vai montar a matriz de riscos da sua empresa de assinatura.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[ANIMAÇÃO] A matriz (0:40–2:40)
Visual: ANIMAÇÃO de matriz 3×3: probabilidade (baixa/média/alta) × impacto (baixo/médio/alto); quadrantes coloridos.
Narração:
A ferramenta é uma matriz simples: para cada risco, avalie a probabilidade de acontecer e o impacto se acontecer, de baixo a alto. Os riscos de alta probabilidade e alto impacto exigem ação imediata. Os de baixa probabilidade e alto impacto exigem um plano pronto. E cada risco ganha um dono: a pessoa que acompanha e executa a mitigação.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Os dez riscos principais (2:40–11:20)
Visual: SLIDE com um risco por vez: nome → mitigação.
Narração:
Vamos aos dez riscos que toda empresa de assinatura deve mapear. Um: o regulatório, como a regra do Fio B a partir de 2029 e outras mudanças. Mitigação: trabalhar com cenários, ter cláusulas de reequilíbrio e acompanhar a regulação. Dois: a abertura do mercado livre para os consumidores de baixa tensão, que pode dar ao seu cliente outras opções. Mitigação: relacionamento forte, economia comprovada mês a mês e, no futuro, avaliar oferecer também esse produto. Três: geração abaixo do esperado ou usina parada. Mitigação: due diligence, manutenção com prazo de atendimento, seguro, monitoramento e mais de uma usina. Quatro: vender mais energia do que existe e concentração de clientes. Mitigação: as travas da plataforma, ocupação no máximo em noventa e oito por cento e um limite por cliente. Cinco: inadimplência. Mitigação: a régua de cobrança, o Pix como padrão, comissão só depois da primeira cobrança paga e análise na entrada. Seis: cancelamentos. Mitigação: explicar as duas contas, o relatório de economia e um bom suporte. Sete: a distribuidora, com rateio atrasado ou erros na fatura. Mitigação: dia fixo para o rateio, protocolos guardados e a conferência entre esperado e faturado. Oito: dependência de um único produtor ou usina. Mitigação: um portfólio de usinas e contratos com prazo e plano de transição. Nove: jurídico e de consumidor. Mitigação: contratos revisados, linguagem correta e LGPD. E dez: o caixa. Muitas empresas boas morrem antes do ponto de equilíbrio. Mitigação: um plano financeiro realista, estrutura fixa enxuta e metas comerciais acompanhadas toda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Revisão periódica (11:20–12:20)
Visual: SLIDE.
Narração:
A matriz não é um documento para a gaveta. Revise a cada trimestre: algum risco ficou mais provável? Algum incidente aconteceu? A mitigação funcionou? Registre os incidentes, mesmo os pequenos, porque eles mostram onde a empresa está frágil.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Resumo (12:20–13:00)
Visual: APRESENTADOR.
Narração:
Resumindo: mapeie os dez riscos, classifique por probabilidade e impacto, dê a cada um um dono e um plano, e revise a cada trimestre. A sua matriz faz parte do entregável deste módulo. Na próxima aula, como crescer: time, papéis e processos.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Aula 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e como mitigá-los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Montar a matriz de riscos da empresa com mitigação e responsável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3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conhecido é risco gerenciável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3 · Cena 2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matriz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Probabilidade × impacto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alto/alto: agir já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risco com dono e plano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3 · Cena 3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dez riscos principais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Regulatório (Fio B 2029, novas regras) → cenários, cláusulas de reequilíbrio, acompanhamento semestral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Abertura do mercado livre na baixa tensão → relacionamento, economia comprovada, contratos flexíveis, avaliar atuar também como comercializadora no futuro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Geração abaixo do esperado / usina parada → due diligence, O&amp;M com prazo, seguro, monitoramento, mais de uma usina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Oversell e concentração → travas da plataforma, ocupação ≤ 98%, limite por cliente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Inadimplência → régua, Pix padrão, comissão após 1ª paga, análise na entrada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Churn → explicação das duas contas, relatório de economia, suporte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Distribuidora (rateio atrasado, erros) → dia fixo, protocolos, conferência esperado × faturado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Dependência de um produtor ou usina → portfólio de usinas, contratos com prazo e transição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Jurídico/consumidor → contratos revisados, linguagem correta, LGPD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Caixa (capital de giro até o ponto de equilíbrio) → plano financeiro, estrutura fixa enxuta, metas comerciais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3 · Cena 4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periódica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a matriz a cada trimestre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incidentes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atualizar mitigação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3 · Cena 5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riscos  ·  probabilidade × impacto  ·  dono e plano  ·  revisão trimestral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M11 · Aula 3 — Riscos e como mitigá-los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