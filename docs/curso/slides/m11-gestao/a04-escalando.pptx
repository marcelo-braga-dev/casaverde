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Crescer é o objetivo, mas crescer sem estrutura é o caminho mais rápido para o caos: faturas atrasadas, cobranças erradas, clientes reclamando. Nesta aula, você vai planejar o time e os processos para três fases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Fase 1: até ~300 clientes (0:40–3:40)
Visual: SLIDE com organograma pequeno.
Narração:
Na primeira fase, até cerca de trezentos clientes, a estrutura é mínima. O dono cuida da gestão, das usinas e dos produtores, e muitas vezes vende também. Um operador cuida das faturas, das cobranças, do rateio e do suporte, seguindo o SOP. Dois ou três consultores vendem. E os parceiros externos: contador, advogado e a empresa de manutenção. Na plataforma, o dono e o operador são administradores, e os vendedores são consultores, cada um com a própria carteira. Nesta fase, o dono precisa conhecer cada processo por dentro — foi para isso que você fez os laboratórios.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Fase 2: ~300 a 1.500 clientes (3:40–6:40)
Visual: SLIDE com organograma médio.
Narração:
Na segunda fase, a empresa se divide em áreas. Um gestor comercial, com cinco a dez consultores. Uma área de operações, com duas ou três pessoas, separando faturas e rateio de um lado e cobrança do outro. Atendimento, com uma ou duas pessoas. Financeiro e repasses aos produtores. E alguém dedicado a captar usinas, porque o crescimento passa a depender de energia nova todo mês. A plataforma acompanha: cada consultor segue vendo só a carteira dele, os alertas financeiros vão para o consultor responsável e os de fatura e sistema ficam com 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Fase 3: acima de 1.500 clientes e várias distribuidoras (6:40–8:40)
Visual: SLIDE.
Narração:
Na terceira fase, a empresa atua em várias distribuidoras, e a operação se organiza por distribuidora, porque cada uma tem o seu calendário, o seu layout de fatura e o seu procedimento de rateio. Surge a gestão do portfólio de usinas e de investidores, uma área de qualidade e auditoria — conferindo amostras de faturas e cobranças — e um plano de expansão para novas regiões.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Processos que escalam (8:40–11:20)
Visual: SLIDE com práticas.
Narração:
O que permite escalar não são as pessoas, são os processos. O SOP escrito e treinado. Checklists para as tarefas críticas: revisão de fatura, rateio, fechamento. Metas por área, ligadas aos doze indicadores. Rituais curtos: quinze minutos por dia, trinta por semana, o fechamento mensal. E uma dica valiosa: use o próprio laboratório deste curso para treinar cada novo colaborador antes de ele mexer na operação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(11:20–12:00)
Visual: APRESENTADOR.
Narração:
Resumindo: comece enxuto, crie áreas quando a base passar de algumas centenas, organize por distribuidora quando expandir, e invista em processos antes de pessoas. Desenhe os seus organogramas no exercício. Na próxima aula, a tecnologia e a marca da sua empresa na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Escalando: time, papéis e processos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Planejar a equipe e os processos para cada fase de crescimento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Crescer sem perder o controle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até ~300 clientes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 (gestão, usinas, produtores)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operador (faturas, cobranças, rateio, suporte)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consultores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parceiros: contador, advogado, O&amp;M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4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~300 a 1.500 clientes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comercial + 5–10 consultores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Operações: 2–3 (faturas/rateio, cobrança)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Atendimento: 1–2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Financeiro/repasses: 1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Captação de usinas: 1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4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3: acima de 1.500 clientes e várias distribuidoras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por distribuidora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portfólio de usinas e investidores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auditoria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para novas áreas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4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que escalam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escrito e treinado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por área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rituais (diário 15 min, semanal 30 min, mensal fechamento)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de novos colaboradores com o laboratório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4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enxuta  ·  Fase 2: áreas  ·  Fase 3: por distribuidora  ·  processos &gt; pessoas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M11 · Aula 4 — Escalando: time, papéis e processos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