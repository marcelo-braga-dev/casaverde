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[APRESENTADOR] Abertura (0:00–0:40)
Visual: APRESENTADOR.
Narração:
Seis meses depois de assinar, o cliente já não lembra como era a conta antes. Ele vê só que paga duas contas. É aí que nasce o pensamento "será que vale a pena?". O antídoto é simples: mostrar, com números, quanto ele já economizou. A plataforma faz isso no relatório de economia.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[TELA] O que o relatório mostra (0:40–3:20)
Visual: TELA — perfil Cliente: Visão Geral com "Total economizado", "Economia média/mês", "Histórico de Consumo (kWh)"; Relatórios → Relatório de Economia com tabela mês a mês e botões Exportar PDF / Exportar Excel.
Narração:
No portal, logo na visão geral, o cliente vê o total economizado desde que entrou e a economia média por mês, além do histórico de consumo. No relatório de economia, ele vê o detalhamento mês a mês: o valor original da energia compensada, o que pagou com o desconto e a diferença. E pode exportar em PDF ou Excel — útil para empresas, que levam o número para o contador ou para a diretoria. A economia é calculada como o valor original menos o valor final de cada cobrança.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[SLIDE] Como usar na retenção (3:20–6:20)
Visual: SLIDE com momentos de uso.
Narração:
Use o relatório em cinco momentos. A cada trimestre, uma mensagem curta: "você já economizou tantos reais com a gente". No aniversário de um ano, um relatório anual, com um agradecimento. No pedido de cancelamento, como vimos no módulo 9: muitos clientes desistem de cancelar quando veem o número. Quando houver um reajuste ou a próxima etapa do Fio B, para explicar com transparência por que a economia mudou. E na renovação do contrato.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[SLIDE] Como usar na venda (6:20–8:40)
Visual: SLIDE.
Narração:
O relatório também vende. Com a autorização dos clientes, você pode usar números agregados como prova social: "padarias da nossa carteira economizam em média tantos reais por mês". E um programa de indicação fica muito mais forte quando o cliente pode mostrar o próprio relatório para o vizinho ou para o colega de setor.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[APRESENTADOR] Resumo (8:40–10:00)
Visual: APRESENTADOR.
Narração:
Resumindo: o relatório de economia é a sua principal ferramenta de retenção. Mostre o número antes de o cliente esquecer — a cada trimestre, no aniversário, no pedido de cancelamento, no reajuste e na renovação — e use os números agregados como prova social. Na próxima aula, os relatórios para quem financia as usinas.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0"/>
            <a:ext cx="109728" cy="685800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6400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M10 · Aula 2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10332720" cy="1737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relatório de economia como ferramenta de retenção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14400" y="429768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Usar o relatório de economia do cliente para reter, renovar e gerar indicação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692640" y="5806440"/>
            <a:ext cx="21945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</p:spPr>
      </p:sp>
      <p:pic>
        <p:nvPicPr>
          <p:cNvPr id="9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0" y="5879592"/>
            <a:ext cx="1920240" cy="63093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4400" y="5989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Geração distribuída compartilhada, da regulação à operação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M10 · Aula 2 · Cena 1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4754880"/>
            <a:ext cx="11247120" cy="128016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4754880"/>
            <a:ext cx="137160" cy="128016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480060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cliente esquece quanto economizou. Lembre-o.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457200" y="914400"/>
            <a:ext cx="112471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B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APRESENTADOR — área do vídeo ]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B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M10 · Aula 2 · Cena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o relatório mostra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11064240" cy="3566160"/>
          </a:xfrm>
          <a:prstGeom prst="roundRect">
            <a:avLst>
              <a:gd name="adj" fmla="val 2564"/>
            </a:avLst>
          </a:prstGeom>
          <a:solidFill>
            <a:srgbClr val="1E2125"/>
          </a:solidFill>
          <a:ln w="19050">
            <a:solidFill>
              <a:srgbClr val="F5B700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822960" y="1371600"/>
            <a:ext cx="10515600" cy="3291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GRAVAÇÃO DE TELA DA PLATAFORMA
</a:t>
            </a:r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perfil Cliente: Visão Geral com "Total economizado", "Economia média/mês", "Histórico de Consumo (kWh)"; Relatórios → Relatório de Economia com tabela mês a mês e botões Exportar PDF / Exportar Excel.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983480"/>
            <a:ext cx="11064240" cy="1097280"/>
          </a:xfrm>
          <a:prstGeom prst="rect">
            <a:avLst/>
          </a:prstGeom>
          <a:solidFill>
            <a:srgbClr val="1F7A4D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economizado  ·  economia média/mês  ·  mês a mês  ·  PDF e Excel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M10 · Aula 2 · Cena 3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usar na retenção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40080" y="12344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Trimestral: 'Você já economizou R$ X'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Aniversário de 1 ano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Pedido de cancelamento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Reajuste/Fio B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Renovação de contrato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M10 · Aula 2 · Cena 4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usar na venda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40080" y="12344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Prova social com números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'clientes do seu setor economizam em média R$ X/mês'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indicação: 'mostre seu relatório para um amigo'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M10 · Aula 2 · Cena 5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4754880"/>
            <a:ext cx="11247120" cy="128016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4754880"/>
            <a:ext cx="137160" cy="128016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480060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Mostre a economia antes que o cliente esqueça  ·  trimestral, anual, cancelamento, reajuste, renovação  ·  prova social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457200" y="914400"/>
            <a:ext cx="112471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B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APRESENTADOR — área do vídeo ]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Rexar Sistemas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M10 · Aula 2 — O relatório de economia como ferramenta de retenção</dc:title>
  <dc:subject>PptxGenJS Presentation</dc:subject>
  <dc:creator>PptxGenJS</dc:creator>
  <cp:lastModifiedBy>PptxGenJS</cp:lastModifiedBy>
  <cp:revision>1</cp:revision>
  <dcterms:created xsi:type="dcterms:W3CDTF">2026-10-30T10:46:07Z</dcterms:created>
  <dcterms:modified xsi:type="dcterms:W3CDTF">2026-10-30T10:46:07Z</dcterms:modified>
</cp:coreProperties>
</file>