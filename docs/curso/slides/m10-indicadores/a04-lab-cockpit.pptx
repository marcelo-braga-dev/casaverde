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Neste laboratório, você vai olhar a sua empresa de cima, com os dois painéis executivos da plataforma: o dashboard do administrador e o cockpit executivo. A pergunta que guia o laboratório é: o que esses números me mandam fazer esta semana?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dashboard do administrador (0:40–3:40)
Visual: TELA — Dashboard: clientes ativos e prospects, propostas, faturas pendentes de revisão, cobranças em aberto e vencidas, valor a receber, receita do mês, pagamentos e avisos com falha, últimos eventos.
Narração:
Comece pelo dashboard do administrador. Ele é o painel do dia a dia: clientes ativos e em prospecção, propostas, faturas esperando revisão, cobranças em aberto e vencidas, quanto há a receber, a receita do mês e, importante, os pagamentos e os avisos do Mercado Pago com falha. Ele responde: o que está travado hoje?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cockpit executivo: energia (3:40–6:40)
Visual: TELA — Cockpit Executivo: Energia disponível, Energia alocada, Saldo energético; Usinas críticas (saldo ≤ 0) e com saldo baixo; Clientes sem usina; Vínculos ativos.
Narração:
Agora, o cockpit executivo, no menu Relatórios, Relatório Geral. Ele é o painel do dono. No topo, a energia da frota inteira: disponível, alocada e o saldo. Abaixo, as usinas críticas, sem saldo, e as com saldo baixo. E um número que vale dinheiro: clientes sem usina — gente que assinou e ainda não está recebendo créditos. Cada cliente nessa lista é receita atrasada e um risco de cancelamento. Na sua empresa do laboratório, quantos clientes estão sem usina? Por quê?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cockpit executivo: operação e pessoas (6:40–9:40)
Visual: TELA — funil de revisão de faturas (Faturas de Concessionárias por revisão), Alertas abertos, Ranking de Consultores, crescimento mês a mês, Ações Pendentes com links.
Narração:
Continuando no cockpit: o funil de revisão das faturas, mostrando onde elas estão paradas; os alertas abertos; o ranking dos consultores; o crescimento mês a mês de clientes, usinas e vínculos; e uma lista de ações pendentes, cada uma com um link direto para resolver. É a lista de prioridades da semana, pronta.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Exercício: três decisões (9:40–12:00)
Visual: SLIDE.
Narração:
Agora, o exercício. Olhando para o dashboard e o cockpit da sua empresa do laboratório, escreva três decisões para a próxima semana, cada uma com o quê, quem e até quando. Por exemplo: "vincular os dois clientes sem usina à usina dois, operador, até quarta". Ou: "o consultor B tem a maior inadimplência; revisar com ele as vendas do mês, gestor, sexta". Decisão concreta é o que transforma um painel bonito em gestão.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 · Aula 4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cockpit executivo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o dashboard do administrador e o cockpit executivo e decidir a partir deles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4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a empresa numa tela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4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dashboard do administrador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clientes ativos e prospects, propostas, faturas pendentes de revisão, cobranças em aberto e vencidas, valor a receber, receita do mês, pagamentos e avisos com falha, últimos eventos.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= o dia a dia: filas, a receber, falhas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4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cockpit executivo: energia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Cockpit Executivo: Energia disponível, Energia alocada, Saldo energético; Usinas críticas (saldo ≤ 0) e com saldo baixo; Clientes sem usina; Vínculos ativos.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Cockpit: energia disponível × alocada × saldo  ·  usinas críticas  ·  clientes sem usina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4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cockpit executivo: operação e pessoas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de revisão de faturas (Faturas de Concessionárias por revisão), Alertas abertos, Ranking de Consultores, crescimento mês a mês, Ações Pendentes com links.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de faturas  ·  alertas abertos  ·  ranking de consultores  ·  ações pendentes com link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M10 · Aula 4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Exercício: três decisões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base no dashboard e no cockpit, escreva 3 decisões para a próxima semana (o quê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quando)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M10 · Aula 4 — Laboratório: o cockpit executivo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