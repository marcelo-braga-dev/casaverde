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O produtor confiou a usina dele à sua empresa. Um investidor pode estar avaliando colocar dinheiro numa nova usina com você. Os dois querem a mesma coisa: números claros, todo mês, sem precisar pedir. Um bom relatório para eles vale mais do que qualquer apresentação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relatório mensal do produtor (0:40–4:20)
Visual: SLIDE com o modelo de relatório de uma página.
Narração:
O relatório mensal do produtor cabe em uma página. Geração do mês, comparada com a esperada e com o mesmo mês do ano anterior. Ocupação da usina e número de clientes. Energia compensada nos clientes. O valor do crédito no mês, a receita da usina, a taxa de administração e o repasse que ele vai receber. E as ocorrências — limpeza, falhas, manutenção — com os próximos passos. Os números de geração e de usina vêm da plataforma: do registro de geração mensal e do relatório por usina. O produtor também vê a geração diretamente no portal dele. Hoje, o extrato do repasse é montado por você a partir desses relatórios, com a regra do contrato; deixe esse cálculo numa planilha padronizada, conferida todo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relatório para investidores (4:20–7:40)
Visual: SLIDE.
Narração:
Para investidores — quem financia ou pode financiar a próxima usina —, o relatório é trimestral e mostra o portfólio: quantas usinas, quantos megawatts-pico, quantos megawatts-hora por mês, a ocupação média. Mostra a receita de cada usina e a rentabilidade anualizada, que é o repasse anual dividido pelo investimento. O histórico de geração real contra a projetada, a inadimplência e o churn — porque o investidor sabe que a receita depende de clientes que pagam e ficam. E uma seção honesta de riscos, incluindo a regulação. Investidor sério desconfia de relatório só com boas notícias.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Credibilidade (7:40–10:00)
Visual: SLIDE.
Narração:
Quatro regras de credibilidade. Envie na mesma data todo mês. Use sempre o mesmo formato, para que dê para comparar. Garanta que os números batem com o dinheiro que caiu na conta do produtor. E, quando houver má notícia — uma queda de geração, um cliente grande que saiu —, conte primeiro, com o plano de ação. É isso que faz o produtor renovar e o investidor voltar.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(10:00–11:00)
Visual: APRESENTADOR.
Narração:
Resumindo: uma página por mês para o produtor, um relatório trimestral de portfólio para investidores, sempre na mesma data, no mesmo formato e com números que batem. Nos laboratórios a seguir, você vai tirar esses números da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para produtor e investidor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o relatório mensal para o produtor e o relatório de desempenho para investidores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coloca dinheiro quer ver números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mensal do produtor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do mês × esperada × mesmo mês do ano anterior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 da usina e nº de clientes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compensada nos clientes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do crédito no mês · receita da usina · taxa de administração · repasse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(O&amp;M, paradas) e próximos passos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para investidores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Portfólio: usinas, MWp, MWh/mês, ocupação média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por usina e rentabilidade anualizada (repasse ÷ investimento)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Histórico: geração real × projetada; inadimplência; churn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regulação (Fio B, 2029)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Credibilidade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data todo mês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formato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que batem com o extrato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notícias primeiro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Produtor: 1 página/mês  ·  Investidor: portfólio trimestral  ·  mesma data, mesmo formato, números que batem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· Aula 3 — Relatórios para produtor e investidor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