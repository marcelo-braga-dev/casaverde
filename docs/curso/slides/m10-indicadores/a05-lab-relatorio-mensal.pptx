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No fechamento do mês, você vai preencher o painel de doze indicadores com os números da plataforma e exportar os relatórios para clientes e produtor. Abra o painel de indicadores da calculadora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Relatório executivo e financeiro (0:40–4:40)
Visual: TELA — Relatórios → Executivo (Data inicial/Data final do mês 2): clientes por status, propostas por status, contratos por status, faturas por revisão, usinas por status, evolução financeira (cobrado, recebido, vencido); Relatórios → Financeiro e Cobranças; Exportar PDF.
Narração:
Abra Relatórios, Executivo, e filtre o período do mês dois. Você vê a situação da carteira, das propostas, dos contratos, das faturas e das usinas, e a evolução financeira: cobrado, recebido e vencido por mês. Daqui saem a taxa de recebimento e a inadimplência. Abra também o relatório financeiro e o de cobranças, para o detalhe por cliente e por status. Exporte o executivo em PDF: é o anexo do seu relatório mensal.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Usinas e clientes (4:40–8:00)
Visual: TELA — Relatórios → Usinas (Relatório por Usina: valor cobrado, recebido, energia, potência, média de geração); Relatórios → Clientes (top clientes por valor cobrado, economia); exportar Excel.
Narração:
Agora, Relatórios, Usinas. Para cada usina, o valor cobrado e recebido, a energia e a geração, lado a lado com a potência. É a base do relatório para o produtor e da rentabilidade por usina. Em Relatórios, Clientes, veja os clientes com maior valor e a economia gerada. Exporte em Excel para montar os seus cálculos de margem.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Preenchendo o painel (8:00–10:40)
Visual: TELA — planilha "Painel de indicadores": preencher os 12 indicadores com os números extraídos (ocupação da Gestão de Energia; geração; recebimento; inadimplência; novos clientes; churn; economia média); semáforo atualizado.
Narração:
Agora, preencha o painel: a ocupação, da gestão de energia; o desempenho de geração, do registro mensal; recebimento e inadimplência, dos relatórios financeiros; novos clientes e churn, da carteira; e a economia média, do relatório de clientes. O semáforo mostra onde você está bem e onde precisa agir. Escreva, embaixo, um comentário de cinco linhas sobre o mês: o que foi bem, o que foi mal e o que você vai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Relatórios para fora (10:40–12:20)
Visual: TELA — perfil Cliente: Relatório de Economia → Exportar PDF (3 clientes); modelo de relatório do produtor preenchido com os números do Relatório por Usina.
Narração:
Por fim, os relatórios para fora. Exporte o relatório de economia de três clientes, como se fosse enviar a mensagem trimestral. E preencha o relatório mensal do produtor com os números do relatório por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Entregável e encerramento (12:20–13:00)
Visual: SLIDE.
Narração:
Esse é o entregável do módulo: o painel com os meses um e dois, o comentário, o relatório do produtor e três relatórios de economia. No próximo módulo, vamos olhar para a empresa como um todo: estrutura, tributos, riscos e crescimento.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mensal da sua operação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Extrair os indicadores dos relatórios da plataforma, montar o painel do mês e exportar relatórios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fechando os números do mês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e financeiro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→ Executivo (Data inicial/Data final do mês 2): clientes por status, propostas por status, contratos por status, faturas por revisão, usinas por status, evolução financeira (cobrado, recebido, vencido); Relatórios → Financeiro e Cobranças; Exportar PDF.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Executivo e Financeiro: valor faturado  ·  recebido  ·  vencido  ·  por status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e clientes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→ Usinas (Relatório por Usina: valor cobrado, recebido, energia, potência, média de geração); Relatórios → Clientes (top clientes por valor cobrado, economia); exportar Excel.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Usinas: receita e energia por usina  ·  Clientes: top clientes e economia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Preenchendo o painel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"Painel de indicadores": preencher os 12 indicadores com os números extraídos (ocupação da Gestão de Energia; geração; recebimento; inadimplência; novos clientes; churn; economia média); semáforo atualizado.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indicadores  ·  meta × resultado  ·  semáforo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para fora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Cliente: Relatório de Economia → Exportar PDF (3 clientes); modelo de relatório do produtor preenchido com os números do Relatório por Usina.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clientes: relatório de economia  ·  Para o produtor: relatório mensal de 1 página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M10: painel de 12 indicadores (meses 1 e 2) + comentário + relatório do produtor + 3 relatórios de economia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· Aula 5 — Laboratório: o relatório mensal da sua operação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