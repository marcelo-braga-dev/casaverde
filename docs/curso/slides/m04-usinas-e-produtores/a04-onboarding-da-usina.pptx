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O produtor disse sim. Ótimo — mas a usina ainda não está pronta para receber clientes. Existe uma sequência de etapas documentais e junto à distribuidora. Se uma delas for esquecida, a energia não chega aos clientes. Vamos ver as sete etapas, na ordem.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As sete etapas (0:40–7:40)
Visual: ANIMAÇÃO de um quadro Kanban com sete colunas; um cartão "UFV Sol Nascente I" avança coluna a coluna conforme a narração.
Narração:
Etapa um: análise de documentos. É a due diligence da aula 2, com o checklist preenchido e a decisão formal de aprovar. Etapa dois: assinatura do contrato entre o produtor e a sua empresa, com os pontos negociados: prazo, remuneração, ramp-up, manutenção, saída. Etapa três: ficha de inscrição. O produtor, ou a usina, é inscrito na entidade que vai deter a usina — o consórcio, a cooperativa ou a associação —, com os dados cadastrais. Etapa quatro: contrato de adesão à entidade, formalizando a participação conforme o estatuto ou o contrato da entidade. Etapa cinco: contrato de aluguel, ou de locação, da usina para a entidade. É ele que dá à entidade o direito de usar a usina e que define o pagamento ao produtor. Etapa seis: troca de titularidade da unidade consumidora da usina na distribuidora, que passa a ficar em nome da entidade. Sem essa etapa, a entidade não pode informar a lista de rateio, e os créditos não chegam aos seus clientes. É a etapa que mais demora, porque depende da distribuidora: acompanhe o protocolo e os prazos. E etapa sete: concluído. A usina está pronta para receber a lista de rateio com os clientes. Atenção: a ordem e os nomes podem variar conforme a estrutura jurídica que você escolheu e o procedimento da sua distribuidora; o seu advogado ajusta essa sequência ao seu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O quadro de onboarding na plataforma (7:40–9:40)
Visual: TELA — Usinas Solar → Onboarding de Usinas: sete colunas; arrastar o cartão de uma usina de "Contrato de aluguel" para "Troca de titularidade"; mostrar o seletor "Mover para" de um cartão; mostrar um cartão em destaque "Parada há 21 dias"; mostrar "Colocar usina existente no quadro".
Narração:
Na plataforma, essas etapas estão no quadro de onboarding, em Usinas Solar, Onboarding de Usinas. Cada usina é um cartão, com o produtor, a potência e a distribuidora. Toda usina nova cadastrada entra automaticamente na primeira coluna, análise de documentos. Conforme as etapas são concluídas, você arrasta o cartão para a coluna seguinte — ou, se preferir, usa o seletor "mover para" do próprio cartão. Cada cartão mostra há quantos dias está naquela etapa, e o que passa de duas semanas parado fica em destaque, para ninguém esquecer. As usinas concluídas ficam visíveis por trinta dias e depois saem do quadro. Numa reunião semanal, esse quadro mostra de relance onde cada usina está travada e o que precisa ser cobrado de quem.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Vender durante o onboarding? (9:40–10:40)
Visual: SLIDE.
Narração:
Posso começar a vender enquanto a usina está no onboarding? Pode, se for honesto com o cliente sobre a data prevista de início dos créditos e se o contrato prever isso. O que não pode é incluir clientes no rateio antes da troca de titularidade estar concluída — simplesmente não vai funcionar. A pré-venda bem feita encurta o ramp-up da usina.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(10:40–11:00)
Visual: APRESENTADOR.
Narração:
Resumindo: são sete etapas, da análise de documentos até a usina concluída, e a troca de titularidade é a mais sensível. Nas próximas duas aulas, você vai para o laboratório cadastrar o produtor, a proposta e a usina.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Aula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da usina em sete etapas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Conduzir a usina do "sim" do produtor até estar pronta para receber clientes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4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'sim' à usina pronta para clientes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4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sete etapas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Análise de documentos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Assinatura de contrato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Ficha de inscrição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Contrato de adesão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Contrato de aluguel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Troca de titularidade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Concluído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4 · Cena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quadro de onboarding na plataforma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Usinas Solar → Onboarding de Usinas: sete colunas; arrastar o cartão de uma usina de "Contrato de aluguel" para "Troca de titularidade"; mostrar o seletor "Mover para" de um cartão; mostrar um cartão em destaque "Parada há 21 dias"; mostrar "Colocar usina existente no quadro".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Usinas Solar → Onboarding de Usinas  ·  cada usina é um cartão  ·  arraste para avançar  ·  parada há mais de 14 dias = destaque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4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Vender durante o onboarding?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Pré-venda com data honesta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só entra no rateio depois da etapa 7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4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etapas  ·  troca de titularidade é a mais demorada  ·  rateio só depois de concluído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M4 · Aula 4 — Onboarding da usina em sete etapas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