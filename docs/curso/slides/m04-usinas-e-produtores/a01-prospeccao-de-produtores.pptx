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(0:00–0:50)
Visual: APRESENTADOR.
Narração:
Bem-vindo à terceira etapa, a maior do curso: a operação de ponta a ponta. E ela começa por onde toda empresa de assinatura começa: pela energia. Sem usina, não existe o que oferecer ao cliente. Muitos empreendedores fazem o contrário — saem vendendo antes de ter usina — e acabam com clientes esperando meses, desistindo e falando mal da empresa. Vamos fazer na ordem certa: primeiro garantir a energia, depois vender.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As cinco fontes de usinas (0:50–5:00)
Visual: SLIDE com cinco cartões.
Narração:
Existem cinco fontes principais. A primeira, e a mais rápida, são as usinas prontas sem clientes, ou com clientes de menos. Nos últimos anos, muita gente construiu usinas acreditando que encheria rápido, e não conseguiu: falta estrutura comercial e de gestão. Esse dono tem um ativo parado e um financiamento correndo. Para ele, você é a solução. E, se a usina for antiga, pode ser GD um, o que vale ouro. A segunda fonte são os donos de terra perto das cidades: sítios, chácaras, fazendas com área plana e rede elétrica próxima. Eles podem construir a usina, com financiamento, ou arrendar a terra para um investidor. A terceira são os investidores em busca de renda: médicos, empresários, famílias com patrimônio, que querem algo mais rentável que a renda fixa e mais palpável que a bolsa. A quarta são as integradoras e EPCs, que têm projetos e clientes investidores, mas não querem fazer a gestão. E a quinta são as suas próprias usinas, no modelo asset-heavy.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Como encontrar (5:00–7:40)
Visual: SLIDE com canais.
Narração:
Onde encontrar essas pessoas? Se você já tem empresa solar, a sua carteira é o primeiro lugar: clientes que investiram em sistemas grandes são potenciais investidores. Converse com contadores e gerentes de banco: eles conhecem quem tem capital procurando investimento. Para terra e produtores rurais, associações rurais, sindicatos e cooperativas agrícolas. Faça conteúdo e anúncios voltados a investidores: "renda com usina solar, com gestão completa". E use os dados públicos: a ANEEL disponibiliza informações sobre as usinas de geração distribuída conectadas, por distribuidora e município, o que ajuda a mapear quem já tem usina na sua região. Uma visita a uma usina, com o dono, vale mais do que dez e-mails.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A proposta de valor para o produtor (7:40–10:20)
Visual: SLIDE com quatro benefícios.
Narração:
O que o produtor quer ouvir? Quatro coisas. Renda previsível: quanto ele recebe por mês, com a conta feita, como você vai aprender na aula 3. Usina cheia rápido: qual é o seu plano comercial e em quantos meses você aloca toda a energia. Zero trabalho: ele não quer lidar com cliente, fatura, cobrança, inadimplência, distribuidora. E transparência: ele quer ver o que acontece com a usina dele. É aqui que a plataforma vira argumento de venda: o produtor tem um portal próprio, com a usina e a geração mês a mês. Mostre isso na reunião. Um produtor que confia na gestora renova o contrato e indica outros produtores.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Registrando os produtores na plataforma (10:20–11:30)
Visual: TELA rápida — Produtores Solar → Produtores: lista com status (Prospect, Ativo…), filtro por consultor.
Narração:
Desde o primeiro contato, registre o produtor na plataforma, em Produtores Solar. Ele entra como prospect e avança de status conforme a negociação. Cada produtor fica na carteira do consultor que o trouxe. Isso parece burocracia no início, mas, com vinte negociações em paralelo, é o que impede que um produtor interessado fique esquecido.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(11:30–12:00)
Visual: APRESENTADOR.
Narração:
Resumindo: garanta a energia antes de vender. As usinas estão em cinco lugares, e a melhor oportunidade costuma ser a usina pronta e subutilizada. O produtor quer renda, usina cheia, zero trabalho e transparência. Na próxima aula, como verificar se uma usina é segura antes de assinar.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estão as usinas: prospecção de produtores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fontes de usinas e produtores e abordar com a proposta de valor certa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1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 — Operação ponta a ponta  ·  Primeiro: a energia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1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cinco fontes de usinas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Usinas prontas sem clientes (ou subutilizadas)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Donos de terra próxima à cidade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Investidores em busca de renda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Integradoras e EPCs com projetos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Usinas próprias (asset-heavy)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1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encontrar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de integradoras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Contadores e gerentes de banco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Associações rurais e cooperativas agro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Anúncios e conteúdo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usinas conectadas (dados públicos da ANEEL) [CONFERIR]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1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 de valor para o produtor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Renda previsível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 cheia rápido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trabalho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total (portal do produtor)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1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Registrando os produtores na plataforma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rápida — Produtores Solar → Produtores: lista com status (Prospect, Ativo…), filtro por consultor.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Produtores Solar → Produtores: todo contato vira cadastro com status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1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primeiro, venda depois  ·  5 fontes de usinas  ·  renda, usina cheia, zero trabalho, transparência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Aula 1 — Onde estão as usinas: prospecção de produtores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