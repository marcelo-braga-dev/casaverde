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 segurando um PDF de proposta.
Narração:
O produtor vai comparar a sua proposta com a de outras gestoras, ou com deixar a usina parada. Ela precisa ser clara, com números que ele consiga conferir. A plataforma gera essa proposta automaticamente; nesta aula, você vai entender cada número dela e os pontos que se negociam fora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Os números da proposta (0:40–4:40)
Visual: SLIDE reproduzindo os campos da proposta com o exemplo Sol Nascente I.
Narração:
Vamos ler a proposta da usina Sol Nascente I. Ela parte da média de geração mensal, sessenta mil quilowatts-hora, que dá setecentos e vinte mil por ano. Usa a tarifa GD da distribuidora, aquele valor do crédito que você cadastrou no módulo 2: sessenta e oito centavos. Mostra a redução para o consumidor, vinte por cento, e a taxa de administração, quinze por cento. Daí sai o valor pago ao produtor por quilowatt-hora: quarenta e quatro centavos e dois décimos. A proposta também mostra o pagamento anual bruto, que é toda a geração multiplicada pelo valor do crédito, e o líquido, depois da taxa de administração. E o número que o produtor mais quer ver: o pagamento mensal previsto, vinte e seis mil, quinhentos e vinte reais. Uma atenção: o pagamento mensal previsto já desconta o desconto dado aos clientes e a taxa de administração. É ele que deve ser comparado com a expectativa do produtor. Repare que o pagamento anual líquido da proposta desconta só a taxa de administração, e não o desconto dos clientes; por isso ele é maior do que doze vezes o mensal previsto. Na reunião, mostre ao produtor o mensal previsto vezes doze — trezentos e dezoito mil, duzentos e quarenta reais por ano — como a renda esperada com a usina cheia, para não gerar expectativa errada.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Os pontos de negociação (4:40–8:40)
Visual: SLIDE com seis itens.
Narração:
Fora dos números, seis pontos são negociados. O prazo: contratos de cinco a dez anos são comuns, e prazos mais longos dão segurança para você investir na carteira de clientes. A forma do aluguel: variável, fixo ou misto, como vimos no módulo 3. O ramp-up: nenhuma usina enche no primeiro dia. Combine um período, por exemplo seis meses, em que o produtor recebe apenas pela energia efetivamente alocada; e apresente o seu plano comercial para esse período. Quem paga a manutenção e o seguro: normalmente o produtor, como dono do ativo, mas há modelos em que a gestora contrata e desconta. O reajuste: o repasse acompanha automaticamente o valor do crédito, que muda com a tarifa e o Fio B; deixe isso claro, com a cláusula de reequilíbrio. E a saída: o que acontece se uma das partes quiser encerrar antes, com aviso prévio e um plano de transição dos clientes — os clientes não podem ficar sem energia de um mês para o outro.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Objeções comuns do produtor (8:40–11:00)
Visual: SLIDE com objeção → resposta.
Narração:
Algumas objeções vão aparecer. "Outra gestora paga mais por quilowatt-hora." Peça para comparar o líquido mensal, depois de todas as taxas, e pergunte sobre a ocupação real e a inadimplência das usinas dela: pagar muito por quilowatt-hora numa usina meio vazia rende menos. "Quero aluguel fixo." Possível, mas com um valor menor, porque você está assumindo o risco; ou proponha um modelo misto. "E se a usina não encher?" Mostre o seu plano comercial, com metas mensais de alocação. "Como vou saber o que está acontecendo?" Mostre o portal do produtor, com geração e usina. Transparência fecha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(11:00–12:00)
Visual: APRESENTADOR.
Narração:
Resumindo: a proposta mostra geração, valor do crédito, desconto do consumidor, taxa de administração e o pagamento mensal previsto. Fora dela, negocie prazo, forma do aluguel, ramp-up, manutenção e seguro, reajuste e saída. No laboratório da aula 5, você vai gerar essa proposta na plataforma. Antes, na próxima aula, as sete etapas para colocar a usina em operação depois do sim do produtor.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ao produtor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e negociar a proposta ao produtor, entendendo cada número que a plataforma calcula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3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proposta que o produtor entende em 2 minutos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3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números da proposta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de geração: 60.000 kWh/mês → 720.000 kWh/ano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GD (crédito): R$ 0,68 · Redução ao consumidor: 20% (R$ 0,136) · Taxa de administração: 15% (R$ 0,102)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pago ao produtor: R$ 0,442/kWh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anual bruto: R$ 489.600 · Líquido (após taxa): R$ 416.160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mensal previsto: R$ 26.520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3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pontos de negociação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Prazo do contrato (ex.: 5 a 10 anos) e renovação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Aluguel variável, fixo ou misto (mínimo garantido)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Ramp-up: meses para encher a usina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Quem paga O&amp;M e seguro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Reajuste e reequilíbrio regulatório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Saída antecipada e transição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3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Objeções comuns do produtor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'Outra gestora paga mais' → compare o líquido mensal e o histórico de ocupação e inadimplência dela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'Quero aluguel fixo' → fixo com valor menor, ou misto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'E se a usina não encher?' → ramp-up com plano comercial e metas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'Como sei o que acontece?' → portal do produtor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3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= números claros + 6 pontos de negociação  ·  compare sempre o líquido mensal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Aula 3 — A proposta ao produtor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