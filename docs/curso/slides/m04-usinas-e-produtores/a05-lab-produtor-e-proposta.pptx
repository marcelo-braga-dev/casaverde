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Neste laboratório, você vai cadastrar o produtor da sua primeira usina e gerar a proposta para ele. Use o nome do produtor fictício que você imaginou para a sua empresa, ou siga o exemplo: Fazenda Boa Vista, pessoa física. Entre como Administrador — ou como Consultor, que também pode fazer esse fluxo na própria carteira.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Cadastrando o produtor (0:40–4:20)
Visual: TELA — Produtores Solar → Produtores → botão de novo produtor; escolher Pessoa Física; preencher CPF fictício válido do curso, Nome Completo, Celular, Email; Consultor responsável; salvar; mostrar o código do produtor (P + número) e o status "prospect".
Narração:
Abra Produtores Solar e depois Produtores. Clique para cadastrar um novo produtor. Escolha pessoa física ou jurídica. Informe o CPF ou o CNPJ — use os documentos fictícios da lista do curso, porque a plataforma valida os dígitos verificadores. Preencha o nome, o celular e o e-mail, e escolha o consultor responsável. Salve. Repare em duas coisas. O produtor recebeu um código, a letra P seguida de um número, e entrou com o status de prospect. E a plataforma já criou para ele a regra de taxa de administração com o padrão que você configurou no módulo 3, de quinze por cento.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proteção contra duplicidade (4:20–5:40)
Visual: TELA — tentar cadastrar de novo o mesmo CPF; mostrar a mensagem de que o produtor já existe e foi reaproveitado.
Narração:
Agora, teste: tente cadastrar outro produtor com o mesmo CPF. A plataforma avisa que o produtor já existe e reaproveita o cadastro. Isso evita um problema clássico de empresas com vários vendedores: dois consultores cadastrando o mesmo produtor e brigando pela comissão, ou duas propostas diferentes para a mesma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Gerando a proposta de produtor (5:40–9:40)
Visual: TELA — Produtores Solar → Propostas → nova proposta; selecionar o produtor; Concessionária (a do aluno ou Distribuidora Exemplo); Potência da Usina 500; Média de Geração 60000; Prazo de Locação; endereço da usina; salvar; abrir a proposta e mostrar Pagamento Anual Bruto, Pagamento Anual Líquido, Dedução Operacionalização (taxa) e valor por kWh / mensal previsto.
Narração:
Agora abra Produtores Solar, Propostas, e crie uma nova proposta. Selecione o produtor que você acabou de cadastrar. Escolha a concessionária: é dela que vem o valor do crédito, a tarifa GD que você cadastrou no módulo 2. Informe a potência da usina, quinhentos kWp, e a média de geração mensal, sessenta mil quilowatts-hora. Informe o prazo de locação e o endereço da usina. Salve e abra a proposta. Aqui estão os números da aula 3: o valor do crédito, a redução para o consumidor, a dedução de operacionalização — que é a taxa de administração —, o valor pago ao produtor por quilowatt-hora, os pagamentos anuais e o pagamento mensal previsto. Confira se batem com a sua calculadora. Se não baterem, verifique a tarifa GD da concessionária e as configurações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PDF da proposta (9:40–11:30)
Visual: TELA — botão de PDF; abrir o PDF moderno: capa com receita mensal e retorno, composição do kWh, projeção de receita por ano, condições.
Narração:
Clique para gerar o PDF. A proposta sai com a identidade visual da sua empresa: capa com a receita mensal, a composição do quilowatt-hora — mostrando para o produtor, com transparência, quanto vai para o cliente, quanto para a gestão e quanto para ele —, a projeção de receita ao longo dos anos e as condições. O link do PDF expira depois de algumas horas, por segurança: baixe o arquivo para enviar. Esse documento é o que você leva para a reunião com o produtor.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 e encerramento (11:30–13:00)
Visual: SLIDE com o exercício.
Narração:
Agora, faça para a sua empresa: cadastre o seu produtor, gere a proposta da sua usina com a potência e a geração do seu plano e baixe o PDF. Depois, simule uma negociação: o produtor pediu uma taxa menor. Ajuste a taxa dele para doze por cento e gere a proposta de novo. Quanto ele ganha a mais por mês? Quanto você perde? Vale a pena? Na próxima aula, você cadastra a usina e registra a geração.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5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o produtor e a proposta de produtor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um produtor sem duplicidade e gerar a proposta de produtor com PDF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o seu primeiro produtor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5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o produtor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Produtores Solar → Produtores → botão de novo produtor; escolher Pessoa Física; preencher CPF fictício válido do curso, Nome Completo, Celular, Email; Consultor responsável; salvar; mostrar o código do produtor (P + número) e o status "prospect".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Produtores Solar → Produtores → Novo  ·  Pessoa Física/Jurídica  ·  CPF/CNPJ  ·  Nome  ·  Contato  ·  Consultor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5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proteção contra duplicidade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tentar cadastrar de novo o mesmo CPF; mostrar a mensagem de que o produtor já existe e foi reaproveitado.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CPF/CNPJ = mesmo produtor (sem duplicar)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5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Gerando a proposta de produtor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Produtores Solar → Propostas → nova proposta; selecionar o produtor; Concessionária (a do aluno ou Distribuidora Exemplo); Potência da Usina 500; Média de Geração 60000; Prazo de Locação; endereço da usina; salvar; abrir a proposta e mostrar Pagamento Anual Bruto, Pagamento Anual Líquido, Dedução Operacionalização (taxa) e valor por kWh / mensal previsto.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Produtores Solar → Propostas → Nova  ·  Produtor  ·  Concessionária  ·  Potência  ·  Média de Geração  ·  Prazo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PDF da proposta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de PDF; abrir o PDF moderno: capa com receita mensal e retorno, composição do kWh, projeção de receita por ano, condições.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pronto para enviar: receita mensal  ·  composição do kWh  ·  projeção  ·  condições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Cadastre o produtor da sua empresa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Gere a proposta para a usina da sua empresa (potência e geração da sua ficha)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Simule: mude a taxa de administração do produtor para 12% e gere de novo — o que muda?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Aula 5 — Laboratório: cadastrando o produtor e a proposta de produtor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