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Com o produtor e a proposta prontos, chegou a hora de cadastrar a usina. Ela vai ser a fonte de energia de todos os clientes que você vai vender a partir do próximo módulo. Entre como Administrador.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Cadastrando a usina (0:40–5:00)
Visual: TELA — Usinas Solar → Usinas → nova usina; preencher: Nome da Usina, Produtor Proprietário (buscar), Consultor Responsável, Concessionária, Grupo de Usina (opcional), Potência da Usina, Média de Geração, Prazo de Locação, Inversores, Módulos, Status; salvar.
Narração:
Abra Usinas Solar, Usinas, e cadastre uma nova usina. Dê um nome — por exemplo, o nome da sua empresa seguido de "Usina um". Em Produtor Proprietário, busque o produtor que você cadastrou na aula anterior. Esse campo é obrigatório: na plataforma, toda usina pertence a um produtor. Em Consultor Responsável, escolha o consultor que cuida dessa usina; ele também é obrigatório. Escolha a concessionária — a mesma em que os seus clientes vão estar. O grupo de usina é opcional e serve para agrupar usinas, por exemplo por região ou por entidade. Preencha a potência, a média de geração, o prazo de locação e, se tiver, os dados de inversores e módulos, que ajudam a manutenção. E o status: enquanto a usina estiver no onboarding, deixe num status que indique isso; quando concluir as sete etapas, marque como ativa. Salve.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Registrando a geração mensal (5:00–8:40)
Visual: TELA — Usinas Solar → Geração Mensal → novo registro: usina, Ano, Mês, Energia gerada, Energia injetada, Energia compensada, Energia disponível para alocação, Observações, "Avisar Produtor por WhatsApp" (desmarcado no laboratório); salvar; repetir para mais dois meses.
Narração:
Agora, a geração. Abra Usinas Solar, Geração Mensal, e crie um registro. Escolha a usina, o ano e o mês. São quatro números. Energia gerada, a que os inversores produziram. Energia injetada, a que a distribuidora mediu entrando na rede — é a base dos créditos. Energia compensada, a que efetivamente abateu o consumo dos clientes no mês. E energia disponível para alocação: quanto você considera que essa usina pode distribuir entre os clientes. Esse último número é o mais importante para a operação, porque, ao salvar, ele passa a ser a energia disponível da usina, usada para controlar quanto ainda pode ser vendido. Use um número conservador: a média, não o melhor mês. Para o exercício, registre três meses, com gerações um pouco diferentes, para simular a sazonalidade. Repare na opção de avisar o produtor por WhatsApp: na operação real, ela gera uma mensagem pronta para o produtor saber a geração do mês. No laboratório, deixe desmarcada.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Gestão de Energia (8:40–10:40)
Visual: TELA — Usinas Solar → Gestão de Energia: a usina com energia disponível, alocada (0) e saldo.
Narração:
Abra agora Usinas Solar, Gestão de Energia. Aqui você vê, para cada usina, a energia disponível, a energia já alocada aos clientes e o saldo. Como você ainda não tem clientes vinculados, a alocada é zero e o saldo é toda a energia disponível. Este é o painel que o seu time comercial vai olhar todos os dias: o saldo é o que ainda pode ser vendido. E a plataforma protege você de duas formas: ela não deixa vincular a um cliente mais energia do que o saldo da usina; e, se depois a geração cair e a energia já alocada passar da disponível, a varredura de alertas acusa um alerta crítico. Vamos testar as duas coisas de propósito no módulo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 visão do produtor (10:40–11:50)
Visual: TELA — trocar para o perfil Produtor (do produtor cadastrado, se o laboratório permitir; senão, o produtor de exemplo) e abrir a usina com o histórico de geração.
Narração:
Troque para o perfil Produtor. É isso que o dono da usina vê: a usina e o histórico de geração que você acabou de registrar. Toda vez que você registra a geração do mês, o produtor passa a ver. É a transparência que você prometeu na proposta.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Exercício e encerramento (11:50–13:00)
Visual: SLIDE com o entregável.
Narração:
Pronto: a sua empresa tem a primeira usina. Confira o entregável: produtor e proposta, usina cadastrada com produtor, consultor e concessionária, três meses de geração e o checklist de due diligence. Poste na comunidade um print da Gestão de Energia com a sua usina. No próximo módulo, vamos atrás de quem vai consumir essa energia: os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Aula 6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cadastrando a usina e registrando a geração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 a usina vinculada a produtor e consultor, registrar geração mensal e entender a energia disponível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6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a sua usina na plataforma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6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Cadastrando a usina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Solar → Usinas → nova usina; preencher: Nome da Usina, Produtor Proprietário (buscar), Consultor Responsável, Concessionária, Grupo de Usina (opcional), Potência da Usina, Média de Geração, Prazo de Locação, Inversores, Módulos, Status; salvar.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usina tem dono (produtor) e responsável (consultor)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6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Registrando a geração mensal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Solar → Geração Mensal → novo registro: usina, Ano, Mês, Energia gerada, Energia injetada, Energia compensada, Energia disponível para alocação, Observações, "Avisar Produtor por WhatsApp" (desmarcado no laboratório); salvar; repetir para mais dois meses.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gerada · injetada · compensada · disponível para alocação  ·  A energia disponível registrada passa a ser a da usina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6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Energia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Solar → Gestão de Energia: a usina com energia disponível, alocada (0) e saldo.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Disponível − Alocada = Saldo para vender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6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visão do produtor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para o perfil Produtor (do produtor cadastrado, se o laboratório permitir; senão, o produtor de exemplo) e abrir a usina com o histórico de geração.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produtor acompanha a usina e a geração no portal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M4 · Aula 6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e 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M4: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Produtor + proposta (PDF)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Usina cadastrada (produtor + consultor + concessionária)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- 3 meses de geração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Checklist de due diligence preenchido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Aula 6 — Laboratório: cadastrando a usina e registrando a geração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