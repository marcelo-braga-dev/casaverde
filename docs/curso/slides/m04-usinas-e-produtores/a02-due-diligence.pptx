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(0:00–0:50)
Visual: APRESENTADOR com uma prancheta.
Narração:
Due diligence é a verificação completa de um ativo antes de fechar negócio. Na assinatura de energia, a usina é o coração da operação: se ela tiver um problema escondido — um documento faltando, uma dívida, um enquadramento errado, uma geração abaixo do prometido —, quem sofre são os seus clientes e a sua reputação. Nesta aula, você recebe um checklist em cinco blocos.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Bloco 1: titularidade e imóvel (0:50–3:20)
Visual: SLIDE com checklist.
Narração:
Primeiro bloco: titularidade e imóvel. Peça a matrícula atualizada do imóvel ou, se o terreno é arrendado, o contrato de arrendamento, e confira o prazo: ele precisa ser pelo menos tão longo quanto o contrato que você vai assinar. Confira quem é o titular da unidade consumidora da usina na distribuidora. Verifique ônus: muitas usinas são financiadas, e os equipamentos ou os recebíveis podem estar dados em garantia ao banco. Isso não impede o negócio, mas pode exigir a anuência do banco. E verifique as licenças ambientais e municipais exigidas no seu estado e no município. Esse bloco é, idealmente, revisado pelo seu advogado.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Bloco 2: conexão e enquadramento (3:20–6:20)
Visual: SLIDE com checklist.
Narração:
Segundo bloco: conexão e enquadramento. Peça o parecer de acesso e a data em que o pedido de acesso foi protocolado — é ela que diz se a usina é GD um ou GD dois. Confirme a data de conexão e a aprovação da distribuidora. Anote a potência instalada dos painéis e a potência dos inversores: lembre que os limites de micro e minigeração e a regra dos quinhentos quilowatts consideram a potência da instalação conforme a regulação. Avalie o risco de enquadramento no GD três, se a usina passar de quinhentos quilowatts. E, por fim, uma pergunta óbvia que às vezes é esquecida: a usina está na área da mesma distribuidora dos clientes que você vai atender?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Bloco 3: desempenho (6:20–9:00)
Visual: SLIDE com um gráfico de geração de 12 meses com um mês baixo destacado.
Narração:
Terceiro bloco: desempenho. Peça o histórico de geração dos últimos doze meses, de duas fontes: as faturas da unidade consumidora da usina, que mostram a energia injetada medida pela distribuidora, e o sistema de monitoramento do inversor. Compare com a projeção do projeto. Uma geração real dez por cento abaixo do projetado pode significar sujeira, sombra, problema de equipamento ou um projeto otimista. E pergunte sobre paradas: quantas vezes a usina ficou sem gerar, e por quanto tempo. Se a usina é nova e não tem histórico, use a projeção com um desconto de segurança na hora de alocar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Bloco 4: equipamentos, O&amp;M e seguro (9:00–11:00)
Visual: SLIDE com checklist.
Narração:
Quarto bloco: equipamentos, manutenção e seguro. Anote marca e modelo dos módulos e inversores e as garantias. Verifique se existe contrato de operação e manutenção: quem limpa os painéis, com que frequência, qual o tempo de resposta quando um inversor para. Verifique o seguro: furto de cabos e equipamentos é comum em usinas rurais. E peça a documentação técnica: projeto, responsável técnico e o as-built, o desenho de como foi realmente construída.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Bloco 5: comercial e risco do produtor (11:00–13:00)
Visual: SLIDE com checklist.
Narração:
Quinto bloco: comercial e risco do produtor. A usina já tem clientes? Já existe outra gestora com contrato vigente? Qual é a expectativa do produtor de renda e de prazo? E a situação do próprio produtor: dívidas, processos, questões de sucessão familiar. Ao final, tome uma decisão formal: aprovar, aprovar com condições — por exemplo, "desde que o seguro seja contratado" — ou recusar. Guarde o checklist preenchido junto com os documentos. Ele protege você se algo der errado no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(13:00–14:00)
Visual: APRESENTADOR.
Narração:
Resumindo: a due diligence tem cinco blocos — titularidade e imóvel, conexão e enquadramento, desempenho, equipamentos e seguro, e o lado comercial. O checklist completo está nos materiais. Preencha para uma usina da sua região — esse é parte do entregável do módulo. Na próxima aula, a proposta ao produtor.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 da usina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um checklist de verificação antes de fechar com um produtor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2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assinar: verifique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2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1: titularidade e imóvel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Matrícula do imóvel ou contrato de arrendamento do terreno (prazo ≥ contrato com você)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Titular da UC da usina na distribuidora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Ônus: alienação fiduciária, penhora, financiamento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Licenças ambientais e municipais aplicáveis [CONFERIR]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2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2: conexão e enquadramento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Parecer de acesso e data do protocolo do pedido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Data de conexão e vistoria/aprovação da distribuidora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Potência instalada (kWp) e potência do inversor (kW)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Enquadramento: GD I / GD II / risco de GD III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Mesma distribuidora dos seus clientes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2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3: desempenho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Histórico de geração de 12 meses (faturas da UC da usina e monitoramento)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Geração real × projetada (desvio aceitável?)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Paradas e falhas registradas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2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4: equipamentos, O&amp;M e seguro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Marca/modelo de módulos e inversores, garantias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Contrato de operação e manutenção (O&amp;M): limpeza, inspeção, tempo de resposta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Seguro (riscos, roubo, responsabilidade civil)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ART/projeto e as-built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2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5: comercial e risco do produtor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Créditos/contratos atuais (há clientes? há outra gestora?)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Expectativa do produtor (R$/mês, prazo, fixo × variável)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Situação do produtor (dívidas, litígios, sucessão)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Decisão: aprovar · aprovar com condições · recusar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2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blocos: titularidade  ·  conexão/enquadramento  ·  desempenho  ·  equipamentos/O&amp;M/seguro  ·  comercial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· Aula 2 — Due diligence da usina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