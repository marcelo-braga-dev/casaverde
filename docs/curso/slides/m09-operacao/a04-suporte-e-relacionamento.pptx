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Numa empresa de assinatura, cada cliente que cancela leva embora anos de receita. E a maioria dos cancelamentos não acontece por preço: acontece por confusão, por um susto na conta, por uma pergunta sem resposta. O suporte é a sua ferramenta de retenção. Nesta aula, como organizar.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perguntas mais comuns (0:40–3:40)
Visual: SLIDE com as perguntas.
Narração:
Em qualquer operação de assinatura, as mesmas perguntas se repetem. Por que eu paguei duas contas? Quanto eu economizei? O meu crédito não veio este mês. Quero o boleto de novo. Vou mudar de endereço. Quero cancelar. As cinco primeiras têm resposta pronta — e quase todas podem ser respondidas pelo próprio portal: as cobranças com o Pix e o boleto, e o relatório de economia. Escreva uma resposta padrão para cada pergunta, com o tom da sua empresa, e treine o time. A sexta, o cancelamento, merece um tratamento especial, que veremos daqui 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Os chamados na plataforma (3:40–6:20)
Visual: TELA rápida — perfil Cliente: Suporte → Abrir Chamado (categoria, mensagem); perfil Admin: Suporte → Todos os Chamados (status, prioridade, resposta, nota interna).
Narração:
A plataforma tem um sistema de chamados. O cliente abre o chamado pelo portal, escolhendo a categoria. A equipe vê todos os chamados, com prioridade e status, responde e pode registrar notas internas, que o cliente não vê. O chamado segue por status — novo, em atendimento, aguardando o cliente, resolvido, fechado —, e, quando o cliente responde, volta automaticamente para atendimento. A vantagem sobre o WhatsApp solto é o histórico: qualquer pessoa da equipe sabe o que já foi conversado com aquele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Retenção: o pedido de cancelamento (6:20–9:00)
Visual: SLIDE com roteiro de retenção.
Narração:
Quando o cliente pede para cancelar, siga um roteiro. Primeiro, entenda o motivo, sem pressão. Segundo, mostre a economia acumulada, com o relatório de economia — muitos clientes não sabem quanto já economizaram. Terceiro, resolva a causa se ela tiver solução: uma cota mal dimensionada, um vencimento ruim, uma explicação que faltou. E, se ainda assim ele quiser sair, faça a saída bem feita: respeite o aviso prévio, tire a unidade dele do rateio no dia certo, emita a última cobrança correta. Um cliente que sai bem volta e indica; um que sai brigando fala mal para o bairro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Relacionamento proativo (9:00–10:30)
Visual: SLIDE.
Narração:
O melhor suporte é o proativo. Uma mensagem de boas-vindas explicando as duas contas. Um aviso quando o primeiro crédito aparece na fatura. Um relatório de economia a cada trimestre, mostrando quanto ele já economizou. E um programa de indicação, que transforma clientes satisfeitos em vendedores.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(10:30–11:00)
Visual: APRESENTADOR.
Narração:
Resumindo: respostas padrão para as perguntas comuns, chamados com histórico, um roteiro de retenção e relacionamento proativo. No laboratório a seguir, você fecha um mês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 relacionamento com o cliente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o atendimento, reduzir chamados e reter clientes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Recorrência vive de confiança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 mais comuns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'Por que paguei duas contas?'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'Quanto eu economizei?'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'Meu crédito não veio'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o boleto de novo'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'Vou mudar de endereço'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cancelar'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chamados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— perfil Cliente: Suporte → Abrir Chamado (categoria, mensagem); perfil Admin: Suporte → Todos os Chamados (status, prioridade, resposta, nota interna).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abre o chamado no portal  ·  equipe responde  ·  notas internas invisíveis ao cliente  ·  status até fechar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Retenção: o pedido de cancelamento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Entender o motivo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Mostrar a economia acumulada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Resolver a causa (cota, vencimento, explicação)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 sair: sair bem (aviso prévio, rateio, última cobrança)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proativo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Boas-vindas explicando as duas contas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quando o primeiro crédito chega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economia trimestral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indicação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padrão  ·  chamados com histórico  ·  roteiro de retenção  ·  relacionamento proativo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Aula 4 — Suporte e relacionamento com o cliente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