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 usina é a fonte de tudo. Se ela gera menos, todos os clientes recebem menos créditos, a sua receita cai e o produtor recebe menos. E o pior: você só percebe pela fatura, um ou dois meses depois. Nesta aula, como acompanhar a saúde das usinas para agir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Três fontes de informação (0:40–3:20)
Visual: SLIDE.
Narração:
São três fontes. O monitoramento do inversor, que mostra a geração dia a dia e avisa quando algo para — normalmente acompanhado pela empresa de operação e manutenção. O registro mensal de geração na plataforma, que você faz no ciclo mensal. E a energia injetada que aparece na fatura da unidade da usina, medida pela distribuidora — essa é a oficial, a que gera créditos. As três devem contar a mesma história. Quando divergem, investigue.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sinais de alerta (3:20–6:20)
Visual: SLIDE com gráfico: geração mensal × esperada (faixa), um mês fora da faixa.
Narração:
Os sinais que exigem atenção: geração abaixo de noventa por cento do esperado para aquele mês — compare com o mesmo mês do ano anterior, por causa da sazonalidade; usina sem registro de geração no mês, que a plataforma aponta como alerta; saldo baixo, que significa pouca margem para clientes novos ou para um mês fraco; energia alocada acima da disponível, o alerta crítico do módulo 6; e clientes consumindo bem acima da cota, o que indica que vale oferecer mais energia, se houver saldo.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Coordenando O&amp;M e produtor (6:20–9:00)
Visual: ANIMAÇÃO: alerta → contato com O&amp;M → visita/limpeza/troca → registro → aviso ao produtor e, se necessário, aos clientes.
Narração:
Quando um sinal aparece, a sequência é: acionar a operação e manutenção, dentro do prazo de atendimento do contrato; registrar o que aconteceu e o que foi feito nas observações da geração do mês; informar o produtor — que, de qualquer forma, vê a geração no portal dele; e, se o impacto for relevante para a economia dos clientes, avisar os clientes antes que eles percebam na fatura. Comunicar antes transforma um problema em demonstração de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Planejando a expansão (9:00–10:30)
Visual: SLIDE.
Narração:
A saúde da usina também diz quando crescer. Se todas as usinas estão acima de noventa e cinco por cento de ocupação e a fila de clientes cresce, é hora da próxima usina. E lembre que conseguir e preparar uma usina leva meses: comece a prospecção com antecedência de três a seis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(10:30–11:00)
Visual: APRESENTADOR.
Narração:
Resumindo: acompanhe três fontes, reaja aos sinais, coordene manutenção, produtor e clientes, e use a ocupação para planejar a expansão. Na próxima aula, o suporte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da usina e saldo de energia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geração, alocação e saldo, e coordenar O&amp;M e produtor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parada é economia que não chega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fontes de informação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do inversor (diário)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mensal registrada (plataforma)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injetada na fatura da usina (distribuidora)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sinais de alerta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&lt; 90% do esperado para o mês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sem registro no mês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baixo (≤ 10%)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alocada &gt; disponível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consumindo acima da cota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Coordenando O&amp;M e produtor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88366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32304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43784" y="2377440"/>
            <a:ext cx="188366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35224" y="23774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 (prazo do contrato)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27448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138928" y="2377440"/>
            <a:ext cx="188366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0368" y="23774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22592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434072" y="2377440"/>
            <a:ext cx="188366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25512" y="23774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 informado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317736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729216" y="2377440"/>
            <a:ext cx="1883664" cy="1554480"/>
          </a:xfrm>
          <a:prstGeom prst="roundRect">
            <a:avLst>
              <a:gd name="adj" fmla="val 7059"/>
            </a:avLst>
          </a:prstGeom>
          <a:solidFill>
            <a:srgbClr val="1F7A4D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20656" y="23774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informados se o impacto for relevante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Planejando a expansão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 &gt; 95% em todas as usinas + fila de espera = hora da próxima usina (comece o M4 de novo 3–6 meses antes)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3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fontes  ·  sinais claros  ·  O&amp;M + produtor + clientes  ·  ocupação alta = próxima usina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Aula 3 — Saúde da usina e saldo de energia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