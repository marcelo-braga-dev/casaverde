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Este é o laboratório que junta tudo. Você vai fechar o segundo mês da sua empresa, seguindo o SOP que escreveu: geração, faturas, cobranças, pagamentos, rateio, alertas e o relatório para o produtor. Faça com o seu SOP aberto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Geração do mês (0:40–2:40)
Visual: TELA — Usinas Solar → Geração Mensal → registrar o mês 2 (gerada, injetada, compensada, disponível); comparar com o mês 1 e com o esperado.
Narração:
Passo um: registre a geração do mês dois da sua usina, com os números da ficha do laboratório. Compare com o mês anterior e com o esperado. A geração ficou dentro da faixa? Anote nas observações.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Faturas (2:40–5:40)
Visual: TELA acelerada — subir as faturas do mês 2 (pasta "Faturas M9"), filtrar pendentes de revisão, revisar com o roteiro de seis passos, resolver a pendência preparada (cliente com consumo muito acima da média — confirmar e anotar), aprovar.
Narração:
Passo dois: as faturas do mês dois. Suba os PDFs, filtre as pendentes de revisão e aplique o roteiro de seis passos. Uma das faturas foi preparada com um consumo muito acima da média do cliente: investigue — olhe o histórico, imagine a ligação para o cliente — e registre a conclusão nas observações antes de aprovar. Compare também a energia compensada de cada cliente com o esperado pelo percentual do rateio.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Cobranças e pagamentos (5:40–9:00)
Visual: TELA acelerada — Cobranças de Faturas: rascunhos → conferir → abrir → emitir Pix; aplicar um ajuste (acréscimo da diferença de um mês anterior, com descrição); avançar dias; simular pagamentos; ver vencidas e boleto vencido; tratar.
Narração:
Passos três e quatro: cobranças e pagamentos. Confira os rascunhos, abra, emita os pagamentos. Um cliente teve a fatura do mês um lida errado — a diferença está na ficha do laboratório —: lance o acréscimo, com uma descrição clara. Avance o tempo, simule os pagamentos e trate as vencidas e o boleto vencido, como no módulo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Rateio, alertas e repasse (9:00–12:40)
Visual: TELA — um cliente saiu (encerrar vínculo) e outro entrou (novo vínculo) → planilha de rateio atualizada; Relatórios → Alertas Operacionais → "Escanear Agora" → tratar até não haver críticos; Relatórios → Usinas: receita da usina no mês → calcular o repasse ao produtor; perfil Produtor: conferir a geração no portal.
Narração:
Passo cinco: o rateio. Neste mês, um cliente saiu e outro entrou. Encerre o vínculo de quem saiu, crie o vínculo de quem entrou e atualize a planilha de rateio para enviar à distribuidora. Passo seis: os alertas. Abra os alertas operacionais, clique em escanear agora e trate cada um, começando pelos críticos, até não sobrar nenhum crítico. Passo sete: o repasse. No relatório de usinas, veja o que a usina rendeu no mês e calcule o repasse ao produtor, com a regra do contrato. Troque para o perfil Produtor e confira o que ele vê.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Entregável e encerramento (12:40–15:00)
Visual: SLIDE com checklist do fechamento.
Narração:
Pronto: você fechou um mês inteiro. Confira o entregável: o SOP da sua operação em uma página e o mês dois fechado, com geração, faturas, cobranças, pagamentos, rateio, alertas e repasse. Repare quanto tempo você levou: com prática, esse ciclo fica cada vez mais rápido. Com isso, você concluiu a terceira etapa do curso, a operação de ponta a ponta. Na quarta e última etapa, vamos medir, gerir e planejar o crescimento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fechamento do mês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 ciclo mensal completo do mês 2, seguindo o SOP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um mês inteiro, do começo ao fim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 mês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Geração Mensal → registrar o mês 2 (gerada, injetada, compensada, disponível); comparar com o mês 1 e com o esperado.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Geração do mês 2 registrada e comparada com o esperado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acelerada — subir as faturas do mês 2 (pasta "Faturas M9"), filtrar pendentes de revisão, revisar com o roteiro de seis passos, resolver a pendência preparada (cliente com consumo muito acima da média — confirmar e anotar), aprovar.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Faturas: subir  ·  revisar (6 passos)  ·  resolver pendências  ·  aprovar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Cobranças e pagamentos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acelerada — Cobranças de Faturas: rascunhos → conferir → abrir → emitir Pix; aplicar um ajuste (acréscimo da diferença de um mês anterior, com descrição); avançar dias; simular pagamentos; ver vencidas e boleto vencido; tratar.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Cobranças: conferir  ·  abrir  ·  emitir  ·  ajuste  ·  4. Pagamentos: baixa  ·  vencidas  ·  reemissão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Rateio, alertas e repasse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cliente saiu (encerrar vínculo) e outro entrou (novo vínculo) → planilha de rateio atualizada; Relatórios → Alertas Operacionais → "Escanear Agora" → tratar até não haver críticos; Relatórios → Usinas: receita da usina no mês → calcular o repasse ao produtor; perfil Produtor: conferir a geração no portal.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Rateio: saída + entrada  ·  6. Alertas: zero críticos  ·  7. Repasse e relatório ao produtor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M9: SOP em 1 página + mês 2 fechado (geração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rateio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Aula 5 — Laboratório: o fechamento do mês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