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 apontando para um sino.
Narração:
Numa operação com centenas de clientes, muita coisa pode dar errado sem ninguém perceber: uma caixa de e-mail para de funcionar, uma fatura fica parada na revisão, um pagamento não sincroniza. A plataforma foi construída com um princípio: toda falha que ameaça o faturamento vira um alerta, e não só uma linha num arquivo de log. Nesta aula, você aprende a trabalhar com 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De onde vêm os alertas (0:40–4:40)
Visual: SLIDE com quatro grupos.
Narração:
Os alertas vêm de quatro grupos. Faturas: problemas na importação por e-mail — caixa inacessível, senha de PDF errada, fatura ilegível, falha ao gravar — e faturas paradas em revisão há três dias. Financeiro: o Mercado Pago recusou emitir um pagamento, a credencial foi recusada, um pagamento não sincroniza há horas, os avisos de pagamento estão falhando, cobranças em rascunho há dois dias, cobranças vencendo em cinco dias sem Pix ou boleto, e os lembretes da régua. Usinas: sem geração registrada no mês, sem energia disponível, energia alocada maior que a disponível, saldo baixo e cliente consumindo acima da cota. E sistema: uma tarefa automática que falhou, uma conta de pagamento ausente ou sem a chave de segurança dos avisos.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Severidade e prioridade (4:40–6:40)
Visual: SLIDE com três níveis de cor.
Narração:
Cada alerta tem uma severidade. Os críticos ameaçam a receita ou os clientes agora — credencial do Mercado Pago recusada, energia alocada acima da disponível, rotina de importação parada: trate no mesmo dia. Os avisos pedem ação, mas não são urgentes. E os informativos servem para acompanhar. Na fila diária, a ordem é: críticos, depois o que tem data — como cobranças perto do vencimento —, depois o resto.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Um alerta por problema, e ele se resolve sozinho (6:40–9:00)
Visual: ANIMAÇÃO: o mesmo problema acontece 3 vezes → um único alerta com contador renovado; a causa some → varredura → alerta resolvido.
Narração:
Duas características deixam os alertas úteis em vez de barulhentos. Primeiro, cada problema gera um único alerta — por módulo, tipo e registro. Se a mesma caixa de e-mail falha dez vezes, você vê um alerta, renovado, e não dez. Segundo, o alerta se resolve sozinho quando a causa desaparece: a caixa voltou a funcionar, a fatura foi revisada, a geração foi registrada. Você não precisa ficar limpando a lista: ela mostra a situação real. Você também pode marcar um alerta como resolvido manualmente, ou como ignorado, quando ele não se aplica — por exemplo, uma usina em manutenção programada —, e a varredura respeita essa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Quem vê o quê (9:00–10:40)
Visual: SLIDE.
Narração:
O administrador vê todos os alertas. O consultor vê apenas os alertas financeiros da própria carteira — lembretes, cobranças sem boleto, boletos vencidos —, muitas vezes já com o link do WhatsApp e a mensagem pronta. Ele não vê alertas de faturas nem de sistema, que são responsabilidade da operação. Assim, cada pessoa tem a própria fila, sem 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(10:40–12:00)
Visual: APRESENTADOR.
Narração:
Resumindo: os alertas cobrem faturas, financeiro, usinas e sistema; a severidade define a ordem; cada problema gera um alerta único que se resolve sozinho; e cada perfil vê a sua fila. A meta diária é simples: sino sem críticos. Na próxima aula, a saúde das usinas.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operacionais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os alertas como fila de trabalho: módulos, severidade, responsáveis, autorresolução e "ignorar"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2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Falha que vira alerta não vira prejuízo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2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vêm os alertas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Faturas: caixa de e-mail inacessível · senha de PDF inválida · fatura ilegível · falha ao gravar · rotina falhando · fatura em revisão há 3 dias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Financeiro: Mercado Pago recusou emitir · credencial recusada · pagamento sem sincronizar · webhook falhando · rascunho há 2 dias · vencendo em 5 dias sem boleto/Pix · lembretes · boleto vencido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Usinas: sem geração no mês · energia zerada · alocada &gt; disponível · saldo baixo · consumo acima da cota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Sistema: tarefa agendada falhou · tarefa em fila esgotou tentativas · conta Mercado Pago ausente · webhook sem chave secreta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2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e prioridade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Crítico: trate hoje (ameaça receita/clientes)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Aviso: trate na semana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Informativo: acompanhe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2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alerta por problema, e ele se resolve sozinho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Único por módulo + tipo + registro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renovado se repetir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resolvido automaticamente quando a causa some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2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vê o quê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 todos os alertas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Consultor: só alertas financeiros da própria carteira (com link de WhatsApp pronto)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2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grupos  ·  severidade define a ordem  ·  1 alerta por problema  ·  resolve sozinho  ·  cada perfil vê a sua fila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M9 · Aula 2 — Alertas operacionais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