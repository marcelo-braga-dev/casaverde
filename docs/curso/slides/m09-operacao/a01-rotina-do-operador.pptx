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Você já fez o ciclo completo uma vez. Agora, ele precisa acontecer todo mês, com centenas de clientes, sem depender de heroísmo. A diferença entre uma operação que escala e uma que vive apagando incêndio é a rotina: tarefas certas, na frequência certa, com um responsável. Nesta aula, você monta o procedimento operacional padrão, o SOP, da sua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que a plataforma faz sozinha (0:40–3:20)
Visual: SLIDE com relógio e as rotinas.
Narração:
Primeiro, o que você não precisa fazer, porque a plataforma faz sozinha. A cada cinco minutos, ela sincroniza os pagamentos com o Mercado Pago. A cada dez, marca as cobranças vencidas. De hora em hora, importa as faturas que chegaram por e-mail, gera as cobranças das faturas aprovadas e faz uma varredura de saúde da operação. Às seis da manhã, expira os boletos vencidos. Às oito, dispara os lembretes de cobrança. O seu time não substitui essas rotinas: trabalha em cima do que elas produzem — os alertas, as filas e as exceções.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 rotina diária (3:20–6:20)
Visual: SLIDE com checklist diário.
Narração:
A rotina diária leva de trinta minutos a duas horas, dependendo do tamanho da operação, e deve começar sempre no mesmo horário, depois das rotinas da manhã. Abra o sino de alertas e trate primeiro os críticos. Trabalhe a fila de faturas pendentes de revisão. Confira e abra as cobranças em rascunho. Emita o Pix ou o boleto das cobranças que vão vencer em breve. Envie os lembretes e as cobranças do dia, com os links prontos de WhatsApp. E responda os chamados de suporte.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 rotina semanal (6:20–8:40)
Visual: SLIDE com checklist semanal.
Narração:
Uma vez por semana, olhe o médio prazo. A inadimplência, por faixa de atraso e por consultor. As propostas enviadas sem resposta e as que vão expirar. A ocupação de cada usina e a fila de clientes esperando cota. O quadro de onboarding das usinas novas, com as sete etapas. E faça uma reunião curta com o time, de trinta minutos, olhando esses números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 ciclo mensal (8:40–12:10)
Visual: ANIMAÇÃO de calendário com as etapas distribuídas no mês.
Narração:
E o ciclo mensal, que é o coração da operação. Um: registrar a geração do mês de cada usina, com a energia disponível, e avisar o produtor. Dois: as faturas chegam, normalmente concentradas em alguns dias, conforme o ciclo de leitura da distribuidora; revise e aprove. Três: as cobranças nascem; confira, abra e emita os pagamentos. Quatro: num dia fixo do mês, atualize a lista de rateio na distribuidora, consolidando entradas, saídas e ajustes. Cinco: calcule e faça o repasse ao produtor, com o relatório da usina. E seis: o fechamento, com os indicadores do mês e o relatório executivo, que é o tema do módulo 10. Escreva tudo isso num calendário, com o responsável de cada etapa. Esse é o seu SOP.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(12:10–13:00)
Visual: APRESENTADOR.
Narração:
Resumindo: as automações fazem o trabalho repetitivo; a equipe trata as filas e as exceções, em ciclos diário, semanal e mensal, cada tarefa com um responsável. Na próxima aula, a principal fila de trabalho: os alertas operacionais.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do operador: dia, semana e mês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as tarefas recorrentes em ciclos e montar o SOP da operação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que dá certo é a que repete bem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plataforma faz sozinha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5 min: sincroniza pagamentos · A cada 10 min: marca vencidas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hora em hora: importa faturas por e-mail · gera cobranças de faturas aprovadas · varredura de saúde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06:00: expira boletos vencidos · 08:00: lembretes de cobrança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diária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Sino de alertas: críticos primeiro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Fila de faturas pendentes de revisão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Cobranças em rascunho → conferir e abrir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Cobranças sem Pix/boleto perto do vencimento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Lembretes e cobranças do dia (WhatsApp)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Chamados de suporte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rotina semanal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Inadimplência por faixa e por consultor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Propostas enviadas sem resposta / a expirar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Ocupação das usinas (Gestão de Energia) e fila de espera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Quadro de onboarding das usinas (Usinas Solar → Onboarding de Usinas)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Reunião de 30 min com o time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1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mensal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Registrar a geração do mês de cada usina (e avisar o produtor)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Faturas chegando → revisar e aprovar (concentradas conforme o ciclo de leitura)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Cobranças → conferir, abrir, emitir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Atualizar a lista de rateio (entradas, saídas, ajustes) — dia fixo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Repasse ao produtor e relatório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Fechamento: indicadores do mês e relatório executivo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M9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Automações fazem o repetitivo  ·  equipe trata filas e exceções  ·  diário  ·  semanal  ·  mensal  ·  com responsável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Aula 1 — A rotina do operador: dia, semana e mês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