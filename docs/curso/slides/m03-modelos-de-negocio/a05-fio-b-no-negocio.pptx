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Você já sabe que, para usinas novas, o valor do crédito cai a cada ano até 2028, por causa do Fio B. Nesta aula, vamos colocar isso na conta da sua empresa e decidir, de forma consciente, quem absorve essa queda: o cliente, o produtor, a sua empresa — ou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efeito na divisão percentual (0:40–3:30)
Visual: SLIDE com tabela.
Narração:
Primeiro, o efeito com a política que usamos até aqui: desconto e taxa como percentuais do crédito. Mantendo a tarifa constante, o crédito cai de sessenta e oito para sessenta e dois centavos entre 2026 e 2028, uma queda de quase nove por cento. E todo mundo perde junto, na mesma proporção: a economia do cliente cai de treze vírgula seis para doze vírgula quatro centavos, a taxa da gestora de dez vírgula dois para nove vírgula três, e o repasse do produtor de quarenta e quatro vírgula dois para quarenta vírgula três. É uma divisão justa do impacto: ninguém é surpreendido sozinho. Repare que eu chamei de cenário de estresse: na vida real, a tarifa costuma ser reajustada todo ano, normalmente para cima, o que compensa parte dessa queda. Mas planeje pelo cenário conservador.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Três políticas de desconto (3:30–7:30)
Visual: SLIDE com três colunas.
Narração:
Existem três políticas principais. A primeira, que acabamos de ver, é o desconto percentual sobre o crédito. O impacto é dividido entre todos, e a economia do cliente continua existindo, embora menor. A segunda é cobrar do cliente um preço fixo por quilowatt-hora, por exemplo cinquenta e quatro centavos, independentemente do valor do crédito. Parece seguro para a empresa, mas, quando o crédito cai para sessenta e dois, a economia do cliente despenca de treze para oito centavos, e ele começa a se perguntar se vale a pena — e cancela. A terceira é garantir ao cliente uma economia fixa sobre a conta total, por exemplo quinze por cento. Comercialmente, é a promessa mais forte, mas toda a queda do crédito é absorvida pela gestora e pelo produtor, e, se a regra mudar em 2029, a empresa pode ficar com margem negativa. A minha recomendação, para a maioria das empresas, é a política A, com contrato transparente que explica que a economia acompanha as regras e a tarifa da distribuidora.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 o produtor? Aluguel fixo ou variável (7:30–9:40)
Visual: SLIDE com duas colunas.
Narração:
O mesmo raciocínio vale para o produtor. Se a entidade paga ao produtor um aluguel fixo por mês, ele fica protegido de tudo: da queda do crédito, da usina meio vazia, da inadimplência. Quem assume esses riscos é a gestora. Se o aluguel é variável, um percentual do que a usina rende, o risco é compartilhado. Produtores preferem fixo; gestoras saudáveis preferem variável, ou um modelo misto, com um mínimo garantido baixo e uma parte variável. Se você assumir aluguel fixo, sua margem precisa ser bem maior, porque você está vendendo um seguro ao produtor.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2029 em diante: cenários (9:40–11:40)
Visual: QUADRO com três cenários de crédito em 2029: otimista 0,62 · base 0,60 · pessimista 0,55.
Narração:
E depois de 2028? A lei prevê que a regra passa a seguir a valoração dos custos e benefícios da geração distribuída, conduzida pela ANEEL. Até que isso esteja definido, ninguém sabe exatamente quanto vai valer o crédito. A atitude profissional é trabalhar com cenários. Um otimista, em que o crédito fica parecido com 2028. Um base, um pouco abaixo. E um pessimista, com uma queda mais forte. Rode a sua calculadora nos três e veja em qual deles a empresa ainda para de pé. E proteja os contratos: com o cliente, com o produtor e com a entidade, inclua cláusulas de reequilíbrio em caso de mudança regulatória, revisadas pelo seu advogado. Empresas que travaram promessas fixas por dez anos sem essas cláusulas são as primeiras a ter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 as usinas GD I? (11:40–12:30)
Visual: SLIDE.
Narração:
Uma observação: se você conseguir usinas enquadradas no GD um, a conta muda bastante, porque o crédito não sofre a transição. Isso dá espaço para um desconto maior ao cliente, uma remuneração maior ao produtor ou uma margem maior para você. Por isso, essas usinas são disputadas — e é por isso que a verificação do enquadramento é obrigatória antes de fechar qualquer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(12:30–13:00)
Visual: APRESENTADOR.
Narração:
Resumindo: o crédito encolhe até 2028, e a política de desconto define quem absorve isso. A recomendação é desconto percentual sobre o crédito, remuneração do produtor variável ou mista, cenários para 2029 e contratos com cláusula de reequilíbrio. No laboratório a seguir, você vai configurar esses parâmetros na plataforma e fechar a conta do seu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Fio B na conta do negócio (2026–2029)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 o impacto da transição do Fio B e escolher a política de desconto e de remuneração do produtor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5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crédito encolhe. Quem paga a conta?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5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efeito na divisão percentual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1887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constante (sem reajuste) — cenário de estresse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6424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Crédito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Economia cliente (20%)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Gestora (15%)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Produtor (65%)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0,442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0,098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5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políticas de desconto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% sobre o crédito — todos dividem o impacto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Preço fixo por kWh ao cliente — cliente perde economia; risco de churn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Economia garantida sobre a conta total — gestora e produtor absorvem tudo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5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produtor? Aluguel fixo ou variável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Aluguel fixo (R$/mês): produtor sem risco; gestora assume vacância, inadimplência e Fio B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Aluguel variável (% do rendimento): risco compartilhado; gestora protegida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5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 em diante: cenários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Planeje 2029+ com cenários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Cláusula de reequilíbrio regulatório nos contratos [CONFERIR com advogado]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5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as usinas GD I?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 GD I: crédito sem a transição até 2045 → margem maior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às condições do direito adquirido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5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% sobre o crédito  ·  aluguel variável ou misto  ·  cenários 2029  ·  cláusula de reequilíbrio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Aula 5 — O Fio B na conta do negócio (2026–2029)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