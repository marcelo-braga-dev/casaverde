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 ao lado de um quadro.
Narração:
Esta é a aula da conta. Vamos pegar um quilowatt-hora de crédito e acompanhar cada centavo: quanto vai para o cliente na forma de economia, quanto vai para o produtor, quanto fica com a sua empresa e quanto sobra depois dos custos. Depois, vamos escalar essa conta para uma usina inteira e descobrir quantas usinas e quantos clientes a sua empresa precisa para pagar as contas. Pegue a calculadora do curso e acompanhe.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três variáveis (0:50–2:40)
Visual: SLIDE.
Narração:
Três variáveis comandam o negócio. A primeira é o valor do crédito, que você calculou no módulo 2: no nosso exemplo, sessenta e oito centavos por quilowatt-hora em 2026. A segunda é o desconto que você dá ao cliente: vamos usar vinte por cento sobre o valor do crédito. A terceira é a taxa de administração, a remuneração da sua empresa: vamos usar quinze por cento do valor do crédito. Esses dois percentuais são os padrões que a plataforma traz nas configurações, e você vai poder alterá-los no laboratório. Para simplificar, nesta aula vou trabalhar com valores sem impostos.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divisão do quilowatt-hora (2:40–5:30)
Visual: ANIMAÇÃO: uma moeda de R$ 0,68 dividida em três fatias: economia do cliente 0,136 (20%), gestora 0,102 (15%), produtor 0,442 (65%).
Narração:
Vamos dividir. Cada quilowatt-hora compensado vale sessenta e oito centavos para o cliente. Como ele tem vinte por cento de desconto, paga oitenta por cento disso: cinquenta e quatro centavos e quatro décimos. Ou seja, ele economiza treze centavos e seis décimos por quilowatt-hora. Do valor do crédito, quinze por cento, dez centavos e dois décimos, são a taxa de administração da sua empresa. E o produtor recebe o restante: sessenta e oito, menos a economia do cliente, menos a taxa de administração, dá quarenta e quatro centavos e dois décimos. Em percentuais do crédito: vinte por cento viram economia do cliente, quinze por cento ficam com a gestora e sessenta e cinco por cento vão para o produtor. É exatamente essa a fórmula que a plataforma usa na proposta para o produtor: valor pago ao produtor por quilowatt-hora igual ao crédito menos o desconto do consumidor menos a taxa de administração.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Escalando para uma usina (5:30–8:00)
Visual: QUADRO.
Narração:
Agora, uma usina inteira, a nossa Sol Nascente I, com sessenta mil quilowatts-hora por mês, todos alocados. Os clientes pagam, somados, sessenta mil vezes cinquenta e quatro centavos e quatro décimos: trinta e dois mil, seiscentos e quarenta reais por mês. Eles economizam juntos oito mil, cento e sessenta reais por mês. A sua empresa fica com seis mil, cento e vinte reais de taxa de administração. E o produtor recebe vinte e seis mil, quinhentos e vinte reais por mês, ou cerca de trezentos e dezoito mil por ano. Repare que isso só acontece se a usina estiver cem por cento alocada e todos pagarem. Energia não alocada não gera receita para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A visão do produtor (8:00–9:50)
Visual: QUADRO.
Narração:
Vamos olhar pelo lado do produtor, porque você vai precisar convencê-lo. Uma usina de quinhentos kWp no solo pode custar, como ordem de grandeza, algo em torno de três reais e cinquenta por watt-pico, incluindo a conexão — então perto de um milhão e setecentos e cinquenta mil reais. Esse valor varia muito com o preço dos equipamentos, o terreno e a obra de conexão, então confira sempre com orçamentos atuais. Ele recebe cerca de trezentos e dezoito mil por ano, e paga a manutenção e o seguro — digamos vinte e cinco mil por ano. O retorno simples fica em torno de seis anos, para uma usina que dura vinte e cinco ou mais. Para um investidor, é uma conta atraente, desde que a usina fique cheia de clientes que pagam. E quem garante isso é a sua empresa. É por isso que um bom produtor escolhe a gestora com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A visão do cliente: o desconto na conta total (9:50–12:20)
Visual: QUADRO comparando a conta da Padaria antes e depois.
Narração:
Agora, um ponto em que muitos empreendedores erram na venda. O desconto de vinte por cento é sobre o valor da energia compensada, não sobre a conta inteira. Veja a padaria, com dois mil e quinhentos quilowatts-hora, numa conta de cerca de dois mil e seiscentos reais, com impostos. Depois da assinatura, ela ainda paga para a distribuidora o mínimo trifásico e a parcela do Fio B que não é compensada — algo como quatrocentos e setenta e oito reais neste exemplo. E paga para a sua empresa a cobrança da energia compensada com vinte por cento de desconto — perto de mil seiscentos e noventa e cinco reais. O total fica em torno de dois mil, cento e setenta e três reais. A economia real é de uns quatrocentos e vinte e sete reais por mês, cerca de dezesseis por cento da conta. Continua sendo um ótimo negócio para a padaria, mas não são vinte por cento da conta. Na proposta e no contrato, deixe isso claro, com a conta feita para o cliente. É o que a proposta da plataforma faz, e o que você vai praticar no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Custos e margem de contribuição (12:20–14:30)
Visual: SLIDE com cascata (waterfall): taxa R$ 6.120 → meio de pagamento −R$ 490 → inadimplência −R$ 980 → impostos −R$ 612 → margem R$ 4.038.
Narração:
A taxa de administração não é lucro. Dela saem custos que variam com o volume. O meio de pagamento, Pix ou boleto, cobra uma tarifa: digamos um e meio por cento sobre o que os clientes pagam, perto de quatrocentos e noventa reais. A inadimplência: mesmo numa boa operação, uma parte não paga, ou paga muito atrasada; reserve, digamos, três por cento, cerca de novecentos e oitenta reais. E os impostos da sua empresa sobre a receita, que dependem do regime tributário — digamos dez por cento da taxa, seiscentos e doze reais. Sobra uma margem de contribuição de cerca de quatro mil reais por usina por mês, perto de sete centavos por quilowatt-hora. Essa margem é que paga a estrutura fixa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Ponto de equilíbrio (14:30–15:40)
Visual: QUADRO.
Narração:
E quanto é a estrutura fixa? Imagine um operador, um vendedor com salário fixo além das comissões, a plataforma, o contador, o jurídico e um escritório simples: dezoito mil reais por mês. Dividindo pelos sete centavos de margem por quilowatt-hora, a empresa precisa de cerca de duzentos e setenta mil quilowatts-hora por mês alocados e pagos para empatar. Isso são quatro usinas e meia do tamanho da Sol Nascente, ou uns quinhentos e quarenta clientes residenciais de quinhentos quilowatts-hora. Essa é a pergunta que todo empreendedor precisa responder antes de começar: quanto tempo eu levo para chegar ao ponto de equilíbrio, e como eu financio a empresa até lá?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(15:40–16:00)
Visual: APRESENTADOR.
Narração:
Resumindo: o crédito se divide entre a economia do cliente, a taxa da gestora e o repasse ao produtor; da taxa saem custos variáveis, e a margem que sobra paga a estrutura fixa. Monte a sua conta na calculadora. Na próxima aula, o que acontece com essa conta quando o Fio B sobe.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do kWh da distribuidora ao repasse do produtor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Calcular, por kWh e por usina, quanto o cliente economiza, quanto a gestora retém, quanto o produtor recebe e o ponto de equilíbrio da empresa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vai cada centavo do crédito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variáveis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crédito (T): R$ 0,68/kWh (GD II, 2026, exemplo)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ao cliente (d): 20% de 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 (a): 15% de 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divisão do quilowatt-hora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paga: 0,68 × (1 − 0,20) = R$ 0,544 → economiza R$ 0,136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Gestora: 0,68 × 0,15 = R$ 0,102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Produtor: 0,68 − 0,136 − 0,102 = R$ 0,442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 para uma usina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UFV Sol Nascente I: 60.000 kWh/mês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pagam: 60.000 × 0,544 = R$ 32.640/mês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Economia dos clientes: R$ 8.160/mês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Gestora: R$ 6.120/mês · Produtor: R$ 26.520/mês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produtor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Investimento (ex.): 500 kWp × R$ 3,50/Wp ≈ R$ 1,75 milhão [CONFERIR]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Receita: ~R$ 318 mil/ano − O&amp;M e seguro (~R$ 25 mil/ano)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Retorno simples ≈ 6 anos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cliente: o desconto na conta total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2.500 kWh × R$ 1,04 = R$ 2.600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Depois: distribuidora ≈ R$ 478 (mínimo + Fio B não compensado) + sua cobrança ≈ R$ 1.695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≈ R$ 2.173 → economia ≈ R$ 427 (≈ 16%)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margem de contribuição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contribuição por usina ≈ R$ 4.000/mês (≈ R$ 0,067/kWh)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Custos fixos (ex.): R$ 18.000/mês (operação, comercial fixo, plataforma, contador, jurídico, escritório)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 de equilíbrio = 18.000 ÷ 0,067 ≈ 270.000 kWh/mês ≈ 4,5 usinas ≈ 540 clientes de 500 kWh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4 · Cena 9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→ cliente (d) + gestora (a) + produtor (resto)  ·  Margem ≠ taxa  ·  Ponto de equilíbrio em kWh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4 — Unit economics: do kWh da distribuidora ao repasse do produtor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