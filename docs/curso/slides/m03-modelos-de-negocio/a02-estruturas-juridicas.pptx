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e aviso (0:00–1:00)
Visual: APRESENTADOR; selo "Conteúdo informativo — valide com seu advogado".
Narração:
Na geração compartilhada, os clientes precisam participar de uma entidade jurídica que detém a usina. A lei lista as opções: consórcio, cooperativa, condomínio civil e associação civil. A escolha não é burocracia: ela define quem pode ser seu cliente, quanto custa manter a estrutura e como você é remunerado. Um aviso importante: esta aula é informativa. Antes de constituir a sua estrutura, valide com um advogado especializado em energia. Vamos às opções.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Consórcio (1:00–4:00)
Visual: SLIDE com ícones de empresas (CNPJ) unidas.
Narração:
O consórcio é um contrato entre empresas para um empreendimento comum, previsto na Lei das Sociedades Anônimas. O ponto principal: ele reúne pessoas jurídicas. Na geração compartilhada, o consórcio é usado para reunir empresas clientes — a padaria, a clínica, o escritório —, cada uma com o seu CNPJ. O contrato de consórcio é registrado na Junta Comercial e tem um CNPJ próprio para fins operacionais, mas as empresas participantes continuam independentes. A entrada e a saída de consorciadas é relativamente simples, por aditivo. A grande limitação: em regra, pessoa física não participa de consórcio empresarial. Então, se o seu público inclui residências, o consórcio sozinho não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Cooperativa (4:00–7:00)
Visual: SLIDE com ícones de pessoas e empresas reunidas em círculo; destaque "assembleia".
Narração:
A cooperativa é uma sociedade de pessoas que se unem para um objetivo comum, regida pela Lei das Cooperativas. Ela aceita pessoas físicas e, em certas condições, jurídicas, o que a torna adequada para atender residências. Em compensação, exige mais estrutura: um número mínimo de cooperados para ser constituída, estatuto, assembleia geral, conselhos, cotas-parte, registro e uma governança democrática, em que cada cooperado tem um voto. Isso significa que a sua empresa, como gestora, não manda na cooperativa: ela é contratada pela cooperativa para prestar os serviços de gestão, e quem aprova as decisões importantes é a assembleia. Muitas operações grandes de assinatura para residências usam cooperativas. Exige mais disciplina de governança, mas dá escala no público de pessoa física.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Associação civil (7:00–9:20)
Visual: SLIDE.
Narração:
A associação civil é uma união de pessoas sem fins lucrativos, prevista no Código Civil. Também aceita pessoas físicas e jurídicas, e costuma ser mais simples de constituir e manter do que a cooperativa: estatuto, assembleia e diretoria, sem o número mínimo e as exigências específicas das cooperativas. Como é sem fins lucrativos, a associação não distribui lucro aos associados; a sua empresa é remunerada por um contrato de prestação de serviços de gestão com a associação. É uma opção usada no mercado para reunir residências e pequenos negócios, mas exige atenção ao desenho para que a associação tenha de fato a finalidade de reunir os associados para a geração compartilhada.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Condomínio civil (9:20–10:50)
Visual: SLIDE.
Narração:
O condomínio civil voluntário é a copropriedade de um bem — no caso, a usina — por várias pessoas, cada uma com a sua fração. Funciona bem quando são poucos participantes estáveis, por exemplo um grupo de investidores que também consome a energia. Para uma operação de assinatura com centenas de clientes entrando e saindo, ele é pouco prático, porque cada entrada ou saída mexe na propriedade do bem.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Comparando e escolhendo (10:50–13:20)
Visual: SLIDE com tabela.
Narração:
Veja a comparação. Consórcio: só empresas, simples, ótimo para uma carteira de comércios e serviços. Cooperativa: aceita pessoas físicas, exige governança forte, indicada para escala em residências. Associação: aceita pessoas físicas, mais simples que a cooperativa, exige cuidado no desenho. Condomínio: bom para poucos participantes estáveis. Na prática, muitas empresas usam mais de uma estrutura: um consórcio para os clientes empresariais e uma cooperativa ou associação para os residenciais, cada uma ligada a usinas específicas. E lembre: cada usina tem um titular. Ela fica vinculada a uma entidade, e os clientes dessa usina precisam participar dessa entidade.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(13:20–14:00)
Visual: APRESENTADOR.
Narração:
Resumindo: a forma jurídica define o seu público. Para empresas, o consórcio é o caminho mais simples. Para residências, cooperativa ou associação. E toda estrutura deve ser validada por um advogado especializado. Na próxima aula, vamos ver como a usina chega a essa entidade e como a sua empresa é remunerada, sem cair no erro de "vender energia".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Consórcio, cooperativa, associação e condomínio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as formas jurídicas da geração compartilhada e entender os critérios de escolha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2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forma jurídica define quem pode ser seu cliente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2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Consórcio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Consórcio (Lei 6.404, arts. 278–279): reúne pessoas jurídicas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registrado na Junta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consorciada mantém sua personalidade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de entrar e sair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2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Cooperativa (Lei 5.764/1971): pessoas físicas e jurídicas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mínimo de cooperados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assembleia, conselho, estatuto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cotas-parte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democrática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2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civil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civil (Código Civil): pessoas físicas e jurídicas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fins lucrativos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estatuto e assembleia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simples que cooperativa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2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Condomínio civil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Condomínio civil voluntário: copropriedade da usina por vários titulares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para poucos participantes, ruim para alta rotatividade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2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Comparando e escolhendo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Consórcio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Cooperativa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Associação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Condomínio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 física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(em regra)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Complexidade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Entrada/saída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estatuto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estatuto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 para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Empresas (B3)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Residências em escala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Residências e pequenos negócios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Poucos participantes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2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→ consórcio  ·  Residências → cooperativa ou associação  ·  Valide com advogado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Aula 2 — Consórcio, cooperativa, associação e condomínio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