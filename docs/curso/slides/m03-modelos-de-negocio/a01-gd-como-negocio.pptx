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(0:00–0:50)
Visual: APRESENTADOR.
Narração:
Você já conhece as regras. Agora vamos olhar a geração distribuída compartilhada com olhos de empresário. Quem participa, quem ganha o quê, onde está o risco e onde está a margem. Ao final desta aula, você vai saber qual modelo de negócio faz mais sentido para o seu perfil.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 cadeia de valor (0:50–4:00)
Visual: ANIMAÇÃO: cinco blocos conectados: Produtor/Investidor, Sua empresa (gestora), Clientes, Distribuidora, Parceiros (EPC, O&amp;M, jurídico, contábil, meios de pagamento).
Narração:
São cinco participantes. O produtor ou investidor é quem coloca o capital na usina: o dono do terreno que construiu a usina, um investidor que busca renda, um fundo. Ele quer retorno previsível e segurança. Os clientes são os assinantes: residências e empresas que querem economizar sem investir. Eles querem economia real, simplicidade e confiança. A distribuidora mede, rateia os créditos e fatura; ela não ganha nem perde com o seu negócio, mas é o seu parceiro operacional obrigatório. Os parceiros são as empresas que constroem a usina, o EPC; que fazem a manutenção, o O&amp;M; os advogados, os contadores e os meios de pagamento. E, no centro, a sua empresa: a gestora. É ela que conecta o capital da usina com a demanda dos clientes, cuida da parte jurídica, da operação mensal e do relacionamento. O valor que você gera é transformar uma usina que só produz créditos num fluxo de receita mensal organizado, com clientes satisfeitos e produtor pago em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Modelo asset-light: gestora de usinas de terceiros (4:00–6:30)
Visual: SLIDE com prós e contras.
Narração:
O primeiro modelo é o asset-light, ou modelo leve em ativos. A usina é de outra pessoa, e a sua empresa é contratada para encontrar os clientes, organizar a entidade, operar o faturamento e repassar ao dono a parte dele. Você é remunerado por uma taxa de administração sobre o que a usina rende. A vantagem é precisar de pouco capital: o investimento pesado é do produtor. A desvantagem é que a sua margem é uma fatia, e o seu crescimento depende de conseguir usinas. É o modelo mais comum para quem está começando do zero, especialmente quem tem força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Modelo asset-heavy: dono das usinas (6:30–8:40)
Visual: SLIDE com prós e contras.
Narração:
O segundo é o asset-heavy: a sua empresa, ou os seus sócios, investem na usina e também operam a assinatura. Você fica com toda a margem, da usina e da gestão, e constrói um patrimônio de longo prazo. Em compensação, precisa de muito capital, ou de financiamento, e concentra o risco: se a usina para, se a regra muda, se a inadimplência sobe, o impacto é todo seu. É um modelo que costuma vir depois que a empresa já domina 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Modelo híbrido e o caminho da empresa solar (8:40–11:30)
Visual: ANIMAÇÃO: integradora vende/constrói usina para investidor (EPC) → integradora gere a usina (assinatura) → recebe margem de obra + taxa recorrente + O&amp;M.
Narração:
O terceiro é o híbrido, e ele é especialmente interessante se você já tem uma empresa de energia solar. Veja o raciocínio. Você já sabe construir usinas. Muitos dos seus clientes, ou conhecidos deles, têm capital e procuram investimento com renda. Você oferece ao investidor uma usina pronta: você constrói, ganhando a margem da obra; você gere a assinatura, ganhando a taxa de administração todo mês; e você faz a manutenção, ganhando o contrato de operação e manutenção. São três receitas sobre a mesma usina, e duas delas recorrentes. Para o investidor, é um pacote completo: ele investe e recebe, sem precisar entender de clientes nem de faturas. Esse modelo transforma uma integradora que vive de vendas pontuais numa empresa com receita recorrente. Para quem está começando do zero, o híbrido também é possível, em parceria com uma integradora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Como escolher (11:30–12:30)
Visual: SLIDE com três perguntas.
Narração:
Para escolher, responda três perguntas. Quanto capital você tem ou consegue levantar? Qual é a sua maior força: vender, construir ou investir? E quanto risco você aceita? Pouco capital e força comercial apontam para o asset-light. Experiência em obra aponta para o híbrido. Capital e apetite por patrimônio apontam para o asset-heavy. E muitas empresas começam leves e vão ganhando peso com 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(12:30–13:00)
Visual: APRESENTADOR.
Narração:
Resumindo: a sua empresa é a gestora que conecta o capital da usina, os clientes e a operação. Existem três modelos — leve, pesado e híbrido — e a escolha depende do seu capital, da sua força e do seu apetite a risco. Anote o seu modelo na ficha. Na próxima aula, as estruturas jurídicas da geração compartilhada.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GD compartilhada como negócio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a cadeia de valor e escolher entre os modelos asset-light, asset-heavy e híbrido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1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ganha o quê numa operação de assinatura?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1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de valor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Produtor/investidor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Gestora (você)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1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asset-light: gestora de usinas de terceiros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Asset-light: a usina é de terceiros; você capta clientes e gere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pouco capital · + escala rápida · − margem menor · − depende de conseguir usinas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1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asset-heavy: dono das usinas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Asset-heavy: você investe na usina e opera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fica com toda a margem · + ativo de longo prazo · − capital alto · − risco concentrado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1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híbrido e o caminho da empresa solar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Híbrido para empresas solares: constrói (EPC) + gere (assinatura) + mantém (O&amp;M) = três receitas na mesma usina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1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escolher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Quanto capital você tem?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Qual a sua força: vender, construir ou investir?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Quanto risco aceita?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1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é a gestora: conecta capital, clientes e operação  ·  Asset-light, asset-heavy ou híbrido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Aula 1 — A GD compartilhada como negócio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