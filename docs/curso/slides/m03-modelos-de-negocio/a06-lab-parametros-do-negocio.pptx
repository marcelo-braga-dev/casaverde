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[APRESENTADOR] Abertura (0:00–0:40)
Visual: APRESENTADOR.
Narração:
Agora você vai transformar as decisões das últimas aulas em configurações da plataforma. Esses números vão aparecer em todas as propostas, contratos e cobranças a partir daqui. Depois, vamos fechar a conta do seu negócio na calculadora. Entre como Administrador.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[TELA] Configurações Padrão (0:40–4:30)
Visual: TELA — Configurações → Configurações Padrão; destacar os campos "Taxa de desconto (%)", "Taxa de administração (%)" e "Redução de consumo do Consumidor (%)".
Narração:
Abra Configurações e depois Configurações Padrão. Você vai ver três campos que importam para o negócio. A taxa de desconto é o desconto padrão que a sua empresa oferece aos clientes; ela é aplicada automaticamente quando um cliente novo é cadastrado e quando a proposta comercial é gerada, e pode ser alterada cliente a cliente depois. A taxa de administração é a sua remuneração como gestora, em percentual do valor do crédito; ela vira a regra padrão de cada produtor novo. E a redução de consumo do consumidor é o desconto que a proposta ao produtor considera que será dado aos clientes, para calcular quanto sobra para ele. Em geral, esse terceiro número deve ser igual ao desconto padrão do cliente, para que a proposta ao produtor seja coerente com o que você vai praticar.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[TELA] Definindo os seus valores (4:30–6:40)
Visual: TELA — preencher 20, 15 e 20; salvar; mensagem de sucesso.
Narração:
Para seguir as gravações do curso, use vinte por cento de desconto, quinze por cento de taxa de administração e vinte por cento de redução de consumo. Salve. Se o seu modelo de negócio for diferente — por exemplo, um desconto de quinze por cento para empresas e de dezoito para residências —, você vai poder ajustar o desconto de cada cliente individualmente no cadastro dele. O padrão é só o ponto de partida. Uma dica de gestão: alterar o padrão não muda clientes e produtores já cadastrados. Isso é proposital, para que uma mudança de política não altere contratos em andamento sem você perceber.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[TELA] A aba "Meu modelo" na calculadora (6:40–10:40)
Visual: TELA — planilha, aba "Meu modelo": preencher valor do crédito 2026/27/28 (do M2), desconto 20%, taxa 15%, geração por usina, custos variáveis (meio de pagamento 1,5%, inadimplência 3%, impostos 10% da taxa), custos fixos (lista), comissão por cliente; ver margem por kWh, ponto de equilíbrio em kWh, usinas e clientes, e o gráfico por ano.
Narração:
Agora, a calculadora. Abra a aba Meu modelo. Na parte de cima, coloque o valor do crédito da sua distribuidora para 2026, 2027 e 2028, que você calculou no módulo 2. Depois, o desconto e a taxa que você acabou de configurar. Em seguida, os custos variáveis: a tarifa do meio de pagamento, a reserva de inadimplência e os impostos sobre a sua receita — peça ao seu contador o percentual do seu regime. Depois, os custos fixos mensais: liste tudo, com honestidade. Pessoas, plataforma, contador, jurídico, escritório, marketing. E a comissão do vendedor por cliente fechado. A calculadora mostra a margem por quilowatt-hora, o ponto de equilíbrio em quilowatts-hora, em número de usinas e em número de clientes, e o resultado em cada ano. Mude os números e veja o efeito. O que acontece com o ponto de equilíbrio se o desconto for de vinte e cinco por cento? E se a taxa for de doze?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Lendo o resultado como empresário (10:40–13:00)
Visual: SLIDE com três perguntas.
Narração:
Com os números na tela, responda três perguntas de empresário. Primeiro: com o ritmo de vendas que você acredita conseguir, em quantos meses chega ao ponto de equilíbrio? Se você fecha trinta clientes por mês e precisa de quinhentos e quarenta, a conta simples diz dezoito meses. Mas olhe a projeção de trinta e seis meses da aba: com um por cento de clientes cancelando por mês, a comissão de cada venda e o crédito caindo ano a ano, o exemplo do curso só fica no positivo por volta do mês trinta e três. É por isso que a conta simples engana. Segundo: quanto dinheiro você precisa para pagar a estrutura até lá? Some os prejuízos mensais até o empate: esse é o capital de giro mínimo do seu plano. No exemplo, a aba mostra algo em torno de trezentos e sessenta mil reais — um número que muita gente descobre tarde demais. Terceiro: em 2028, e no cenário pessimista de 2029, a empresa ainda dá lucro? Se não dá, mude o modelo agora, no papel, e não depois de abrir a empresa. Às vezes, a resposta é começar com uma estrutura fixa menor, ou buscar usinas GD um, ou focar em clientes empresariais, que trazem mais volume por venda.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[APRESENTADOR] Entregável e encerramento (13:00–14:00)
Visual: APRESENTADOR.
Narração:
Salve a aba Meu modelo e poste na comunidade o resumo: modelo escolhido, desconto, taxa, ponto de equilíbrio e resultado por ano. Comparar com os colegas é muito revelador. Com isso, você concluiu a segunda etapa: conhece as regras e sabe se o seu negócio fecha. A partir do próximo módulo, entramos na operação: vamos conseguir a primeira usina.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109728" cy="685800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640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 · Aula 6 · Laboratório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10332720" cy="1737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configurando os parâmetros do seu negócio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429768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Definir desconto padrão, taxa de administração e desconto usado nas propostas de produtor; fechar "A conta do meu negócio"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692640" y="5806440"/>
            <a:ext cx="21945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</p:sp>
      <p:pic>
        <p:nvPicPr>
          <p:cNvPr id="9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5879592"/>
            <a:ext cx="1920240" cy="63093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5989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Geração distribuída compartilhada, da regulação à operação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M3 · Aula 6 · Cena 1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754880"/>
            <a:ext cx="11247120" cy="128016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4754880"/>
            <a:ext cx="137160" cy="128016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8006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Laboratório: as regras do seu negócio na plataforma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914400"/>
            <a:ext cx="11247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APRESENTADOR — área do vídeo ]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M3 · Aula 6 · Cena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Configurações Padrão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11064240" cy="3566160"/>
          </a:xfrm>
          <a:prstGeom prst="roundRect">
            <a:avLst>
              <a:gd name="adj" fmla="val 2564"/>
            </a:avLst>
          </a:prstGeom>
          <a:solidFill>
            <a:srgbClr val="1E2125"/>
          </a:solidFill>
          <a:ln w="19050">
            <a:solidFill>
              <a:srgbClr val="F5B70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822960" y="1371600"/>
            <a:ext cx="10515600" cy="3291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GRAVAÇÃO DE TELA DA PLATAFORMA
</a:t>
            </a:r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Configurações → Configurações Padrão; destacar os campos "Taxa de desconto (%)", "Taxa de administração (%)" e "Redução de consumo do Consumidor (%)".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983480"/>
            <a:ext cx="11064240" cy="1097280"/>
          </a:xfrm>
          <a:prstGeom prst="rect">
            <a:avLst/>
          </a:prstGeom>
          <a:solidFill>
            <a:srgbClr val="1F7A4D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Taxa de desconto (%) → desconto padrão do cliente  ·  Taxa de administração (%) → remuneração da gestora (produtor)  ·  Redução de consumo do Consumidor (%) → desconto considerado na proposta ao produtor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M3 · Aula 6 · Cena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Definindo os seus valores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11064240" cy="3566160"/>
          </a:xfrm>
          <a:prstGeom prst="roundRect">
            <a:avLst>
              <a:gd name="adj" fmla="val 2564"/>
            </a:avLst>
          </a:prstGeom>
          <a:solidFill>
            <a:srgbClr val="1E2125"/>
          </a:solidFill>
          <a:ln w="19050">
            <a:solidFill>
              <a:srgbClr val="F5B70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822960" y="1371600"/>
            <a:ext cx="10515600" cy="3291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GRAVAÇÃO DE TELA DA PLATAFORMA
</a:t>
            </a:r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preencher 20, 15 e 20; salvar; mensagem de sucesso.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983480"/>
            <a:ext cx="11064240" cy="1097280"/>
          </a:xfrm>
          <a:prstGeom prst="rect">
            <a:avLst/>
          </a:prstGeom>
          <a:solidFill>
            <a:srgbClr val="1F7A4D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 do curso: 20%  ·  15%  ·  20%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M3 · Aula 6 · Cena 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aba "Meu modelo" na calculadora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11064240" cy="3566160"/>
          </a:xfrm>
          <a:prstGeom prst="roundRect">
            <a:avLst>
              <a:gd name="adj" fmla="val 2564"/>
            </a:avLst>
          </a:prstGeom>
          <a:solidFill>
            <a:srgbClr val="1E2125"/>
          </a:solidFill>
          <a:ln w="19050">
            <a:solidFill>
              <a:srgbClr val="F5B70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822960" y="1371600"/>
            <a:ext cx="10515600" cy="3291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GRAVAÇÃO DE TELA DA PLATAFORMA
</a:t>
            </a:r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planilha, aba "Meu modelo": preencher valor do crédito 2026/27/28 (do M2), desconto 20%, taxa 15%, geração por usina, custos variáveis (meio de pagamento 1,5%, inadimplência 3%, impostos 10% da taxa), custos fixos (lista), comissão por cliente; ver margem por kWh, ponto de equilíbrio em kWh, usinas e clientes, e o gráfico por ano.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983480"/>
            <a:ext cx="11064240" cy="1097280"/>
          </a:xfrm>
          <a:prstGeom prst="rect">
            <a:avLst/>
          </a:prstGeom>
          <a:solidFill>
            <a:srgbClr val="1F7A4D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Entradas: crédito  ·  % desconto  ·  % taxa  ·  custos variáveis  ·  custos fixos  ·  comissão  ·  Saídas: margem/kWh  ·  ponto de equilíbrio  ·  resultado por ano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M3 · Aula 6 · Cena 5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Lendo o resultado como empresário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Em quantos meses chego ao ponto de equilíbrio?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Quanto capital preciso até lá?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Em 2028 (e no cenário pessimista de 2029) a empresa ainda dá lucro?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M3 · Aula 6 · Cena 6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754880"/>
            <a:ext cx="11247120" cy="128016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4754880"/>
            <a:ext cx="137160" cy="128016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8006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Entregável: A conta do meu negócio  ·  Etapa 2 concluída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914400"/>
            <a:ext cx="11247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APRESENTADOR — área do vídeo ]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Rexar Sistemas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M3 · Aula 6 — Laboratório: configurando os parâmetros do seu negócio</dc:title>
  <dc:subject>PptxGenJS Presentation</dc:subject>
  <dc:creator>PptxGenJS</dc:creator>
  <cp:lastModifiedBy>PptxGenJS</cp:lastModifiedBy>
  <cp:revision>1</cp:revision>
  <dcterms:created xsi:type="dcterms:W3CDTF">2026-10-30T10:46:06Z</dcterms:created>
  <dcterms:modified xsi:type="dcterms:W3CDTF">2026-10-30T10:46:06Z</dcterms:modified>
</cp:coreProperties>
</file>