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Uma frase que você precisa gravar: na geração distribuída, créditos de energia não são vendidos, e a geração distribuída não é um ambiente de comércio de energia. Então, como uma empresa de assinatura ganha dinheiro sem vender energia? A resposta está na estrutura dos contratos. Vamos montar esse quebra-cabeça.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 fluxo dos contratos (0:40–4:30)
Visual: ANIMAÇÃO com quatro contratos aparecendo em sequência: (1) Produtor ↔ Entidade: locação/arrendamento da usina; (2) Clientes ↔ Entidade: adesão/participação; (3) Entidade ↔ Gestora: prestação de serviços de gestão; (4) Gestora ↔ Parceiros: O&amp;M, jurídico, pagamentos.
Narração:
São quatro relações contratuais típicas. A primeira: o produtor, dono da usina, aluga ou arrenda a usina para a entidade — o consórcio, a cooperativa ou a associação. A entidade passa a ser a titular da unidade consumidora da usina perante a distribuidora, e paga ao produtor um aluguel. A segunda: os clientes aderem à entidade, tornando-se consorciados, cooperados ou associados, e recebem um percentual dos créditos. Como participantes, eles contribuem para cobrir os custos da entidade, que incluem o aluguel da usina e os serviços de gestão. A terceira: a entidade contrata a sua empresa para fazer a gestão — captar clientes, manter o rateio, faturar, cobrar, pagar o produtor, atender. E a quarta: a sua empresa, ou a entidade, contrata parceiros, como manutenção da usina, assessoria jurídica e contábil e meios de pagamento. O que o cliente paga todo mês é a contribuição dele para a entidade, proporcional à energia compensada e menor do que a economia que ele teve. É o que o mercado chama, comercialmente, de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que não pode (4:30–7:30)
Visual: SLIDE com três itens com X vermelho.
Narração:
Agora, os cuidados. Primeiro: evite, nos contratos, na publicidade e no discurso dos vendedores, a ideia de que a empresa vende energia ou vende créditos. Use a linguagem correta: participação na geração compartilhada, locação da usina, gestão. Isso não é só semântica: a estrutura jurídica precisa refletir a realidade, e órgãos reguladores e de defesa do consumidor olham para isso. Segundo: cuidado com promessas de economia. A economia depende da tarifa, da regra do Fio B e da geração da usina. Prometa com base em cálculos, com as condições e as ressalvas por escrito. Terceiro: todo cliente que recebe créditos precisa, de fato, participar da entidade titular da usina, com a documentação em ordem. Incluir uma unidade no rateio sem esse vínculo é um risco regulatório sério.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 cliente é consumidor (7:30–9:30)
Visual: SLIDE.
Narração:
Outro ponto: o seu cliente, especialmente a pessoa física, é um consumidor, protegido pelo Código de Defesa do Consumidor. Isso significa contrato claro, informação adequada sobre como a economia é calculada, condições de cancelamento razoáveis e nada de cláusulas escondidas. Uma empresa de assinatura vive de recorrência, e recorrência vive de confiança. Multas de cancelamento abusivas e economia que não aparece geram reclamação, processo e, pior, reputação ruim numa região — e a assinatura é um negócio local, onde a indicação vale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Como a remuneração aparece na plataforma (9:30–11:20)
Visual: ANIMAÇÃO: o valor que o cliente paga dividido em duas partes: "repasse ao produtor (aluguel)" e "taxa de administração (gestora)".
Narração:
Na plataforma, essa estrutura aparece de forma simples. A cobrança do cliente nasce da energia compensada na fatura, com o desconto contratado. Do que a usina rende, uma parte é a taxa de administração, a remuneração da gestão, e o restante é o repasse ao produtor. Os percentuais ficam nas configurações e nas regras de cada produtor e de cada cliente. Na próxima aula, vamos fazer essa conta centavo por centavo.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(11:20–12:00)
Visual: APRESENTADOR.
Narração:
Resumindo: a usina é locada à entidade, os clientes participam da entidade e contribuem com os custos, e a sua empresa é contratada para gerir tudo. Use a linguagem certa, prometa com cálculo e trate o cliente como consumidor. Na próxima aula, a conta do quilowatt-hora.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de usina e "assinatura de energia": o que pode e o que não pode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fluxo contratual (produtor → entidade → clientes → gestora) e os limites legais da remuneração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não se vendem. Então, como a empresa ganha dinheiro?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dos contratos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Locação da usina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Adesão do cliente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Gestão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Serviços de parceiros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pode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Vender créditos ou 'energia' ao cliente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Prometer economia que depende de regra que pode mudar, sem ressalva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Incluir cliente na usina sem participação na entidade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é consumidor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claro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adequada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 possível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letras miúdas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remuneração aparece na plataforma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53263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51435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do cliente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75020" y="2377440"/>
            <a:ext cx="411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86500" y="2377440"/>
            <a:ext cx="5326380" cy="1554480"/>
          </a:xfrm>
          <a:prstGeom prst="roundRect">
            <a:avLst>
              <a:gd name="adj" fmla="val 7059"/>
            </a:avLst>
          </a:prstGeom>
          <a:solidFill>
            <a:srgbClr val="1F7A4D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7940" y="2377440"/>
            <a:ext cx="51435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ao produtor + taxa de administração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M3 · Aula 3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locada à entidade  ·  clientes participam da entidade  ·  gestora é contratada  ·  linguagem e contratos corretos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Aula 3 — Locação de usina e "assinatura de energia": o que pode e o que não pode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