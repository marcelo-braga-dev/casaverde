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(0:00–0:50)
Visual: APRESENTADOR.
Narração:
Lembra da conta do módulo 3? Reservamos três por cento para inadimplência. Se ela for para oito por cento, a margem da sua empresa praticamente some, porque o produtor continua esperando o repasse. Inadimplência não se resolve com bronca no fim do mês; se resolve com uma régua de cobrança: uma sequência de contatos, antes e depois do vencimento, sempre igual, para todos os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 régua em cinco tempos (0:50–6:00)
Visual: ANIMAÇÃO de linha do tempo: D−3, D0, D+1, D+5, D+10, D+15, D+30.
Narração:
Vamos montar a régua, combinando o que a plataforma faz sozinha com o que a sua equipe faz. Três dias antes do vencimento, o cliente recebe automaticamente um e-mail de lembrete com o Pix ou o boleto, se já houver um pagável, e o consultor responsável recebe um alerta com uma mensagem de WhatsApp pronta, para enviar com um clique. No vencimento, nada acontece — muitos clientes pagam no próprio dia. No dia seguinte, a cobrança é marcada como vencida automaticamente. A partir daí, a cada cinco dias, o consultor recebe um novo alerta com o link de WhatsApp para cobrar — e, se o boleto venceu sem um substituto, o alerta pede para gerar um novo boleto antes. Por volta de quinze dias de atraso, entra o contato pessoal: uma ligação, entender o motivo e propor um acordo, se for o caso. E, depois de trinta dias, as medidas previstas no contrato: aviso formal e, se o contrato permitir, a suspensão da participação do cliente na usina, com a retirada da unidade dele da lista de rateio. Os prazos são exemplos; defina os seus e escreva no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tom da cobrança (6:00–8:20)
Visual: SLIDE com três mensagens exemplo: lembrete, atraso leve, atraso grave.
Narração:
O tom importa. No lembrete, reforce o benefício: "a sua economia deste mês está garantida, segue o Pix". No atraso leve, pergunte, não acuse: "notamos que a cobrança ficou em aberto, aconteceu alguma coisa?" — muitas vezes o cliente simplesmente não entendeu as duas contas e achou que já tinha pago. No atraso grave, seja claro e objetivo, com data e consequência. As mensagens de WhatsApp da plataforma usam modelos que você pode editar, com campos como o nome do cliente, o valor e o vencimento, preenchidos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Multa, juros e acordos (8:20–10:40)
Visual: SLIDE.
Narração:
Sobre multa e juros: em relações de consumo, a multa de mora tem limite legal, e os juros também precisam respeitar a lei e o contrato. Cobre o que está previsto, nada além. Para acordos, por exemplo parcelar uma dívida de dois meses, registre na plataforma — como ajustes nas cobranças seguintes, com descrição clara. Nunca perdoe uma dívida "de boca", sem registro: além do prejuízo, isso bagunça os relatórios e o repasse ao produtor.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Prevenção (10:40–12:40)
Visual: SLIDE com práticas de prevenção.
Narração:
A melhor cobrança é a que não precisa acontecer. Algumas práticas reduzem muito a inadimplência. Explicar as duas contas na venda e nas boas-vindas. Alinhar o vencimento com o da fatura da distribuidora, ou com a data que o cliente pediu. Usar o Pix como padrão: é mais fácil de pagar. Colocar o cliente no portal, onde ele vê as cobranças e a economia. Pagar a comissão do vendedor só depois da primeira cobrança paga. E avaliar o cliente na entrada: histórico, tempo de empresa, referências.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Medindo (12:40–13:40)
Visual: SLIDE com indicadores.
Narração:
Meça a inadimplência por faixa de atraso — até trinta dias, de trinta a sessenta, de sessenta a noventa e acima de noventa —, a recuperação no mês e a inadimplência por consultor. Um consultor com inadimplência muito acima da média provavelmente está vendendo para o cliente errado, ou explicando mal. Os relatórios de cobrança da plataforma trazem esses números, como você vai ver no módulo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(13:40–14:00)
Visual: APRESENTADOR.
Narração:
Resumindo: uma régua clara, combinando automações e contato humano, tom adequado, acordos registrados e muita prevenção. Escreva a régua da sua empresa no entregável. Agora, para os laboratórios de cobrança.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· Aula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de cobrança e inadimplência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a régua de cobrança da empresa e gerir a inadimplência com as automações da plataforma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4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Inadimplência come margem em silêncio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4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régua em cinco tempos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D−3: lembrete por e-mail (automático) + alerta ao consultor com WhatsApp pronto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D0: vencimento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D+1: marcada como vencida (automático)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D+5, D+10…: alerta ao consultor a cada 5 dias com link de WhatsApp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D+15: contato pessoal + proposta de acordo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D+30: medidas contratuais (aviso formal, suspensão da participação)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4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tom da cobrança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Lembrete: 'Sua economia deste mês está garantida! Segue o Pix…'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 leve: 'Notamos que a cobrança de março ficou em aberto. Aconteceu algo?'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 grave: 'Precisamos regularizar até DD/MM para manter sua participação.'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4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Multa, juros e acordos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 e juros: dentro da lei e do contrato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acordo: parcelar, registrar como ajuste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'perdoar' sem registro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4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as duas contas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vencimento junto com a distribuidora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como padrão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no portal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comissão após a 1ª paga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na entrada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4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Medindo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vencido até 30 dias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30–60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60–90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90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recuperação no mês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inadimplência por consultor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4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Régua: D−3  ·  D+1  ·  a cada 5 dias  ·  D+15  ·  D+30  ·  tom certo  ·  acordos registrados  ·  prevenção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Aula 4 — Régua de cobrança e inadimplência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