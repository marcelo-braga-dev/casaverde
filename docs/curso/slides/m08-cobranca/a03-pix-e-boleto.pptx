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APRESENTADOR.
Narração:
A sua empresa precisa receber de centenas de clientes, todo mês, com o mínimo de trabalho manual. A plataforma faz isso com o Mercado Pago: emite Pix ou boleto, recebe a confirmação automaticamente e baixa a cobrança. Nesta aula, você entende o que acontece por trás de cada clique.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Pix e boleto (0:40–3:40)
Visual: SLIDE com duas colunas.
Narração:
A plataforma oferece dois métodos. O Pix, que é o padrão: o cliente recebe um código copia e cola, paga no aplicativo do banco e a confirmação chega em minutos. E o boleto, com linha digitável e um PDF com código de barras e a marca da sua empresa. O boleto leva até três dias úteis para compensar e exige o endereço completo do pagador — sem ele, o Mercado Pago recusa a emissão. Um detalhe: cada emissão é um método. Não dá para gerar Pix e boleto juntos no mesmo pedido; se o cliente quiser os dois, você gera um e, se ele preferir o outro, cancela e gera o outro.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O vencimento do Pix e do boleto (3:40–5:40)
Visual: SLIDE.
Narração:
Ao emitir, a plataforma envia ao Mercado Pago o vencimento da cobrança. Se o vencimento cai num fim de semana, o banco joga para o próximo dia útil, e a plataforma registra a data real lida do próprio código de barras — é ela que aparece no PDF e que o banco aceita. Cobrança já vencida, quando emitida, recebe alguns dias de prazo.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[ANIMAÇÃO] A confirmação automática (5:40–8:40)
Visual: ANIMAÇÃO: cliente paga → Mercado Pago envia notificação (webhook) → plataforma confere o status consultando o Mercado Pago → cobrança paga; em paralelo, "sincronização a cada 5 minutos".
Narração:
Quando o cliente paga, a baixa acontece por dois caminhos. O principal é o webhook: o Mercado Pago avisa a plataforma no momento em que o status muda. Por segurança, a plataforma não confia só no aviso: ela confere o status diretamente no Mercado Pago antes de dar baixa, e só aceita avisos assinados com a chave secreta da sua conta. O segundo caminho é a sincronização: a cada cinco minutos, a plataforma consulta os pagamentos pendentes. Se o aviso falhar por qualquer motivo, a sincronização pega. Resultado: ninguém precisa conferir extrato para dar baixa. E, se algo falhar repetidamente — credencial recusada, pagamento que não sincroniza há horas, aviso com erro —, vira alerta operacional.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Boleto vencido, cancelamento e estorno (8:40–11:40)
Visual: SLIDE com três casos.
Narração:
Três situações especiais. Primeiro, o boleto vencido. O Mercado Pago devolve ao pagador um boleto pago depois do vencimento, então todo dia às seis da manhã a plataforma marca como vencidos os boletos e Pix cuja data passou, bloqueia o PDF para o cliente não pagar um boleto que vai ser devolvido e alerta o consultor para gerar um novo e enviar. Mas ela não cancela o boleto antigo na hora: um boleto pago no último dia pode levar até três dias úteis para compensar. Por isso, o boleto vencido continua sendo acompanhado por dez dias; se o pagamento cair, a cobrança é baixada e o boleto substituto é cancelado automaticamente. Segundo: se você cancelar a cobrança ou confirmar um pagamento manualmente, o boleto ativo é cancelado no Mercado Pago — e, se o Mercado Pago responder que ele já foi pago, o pagamento é registrado. Terceiro: estorno. Se um pagamento for estornado no Mercado Pago, ele aparece como estornado, a cobrança continua marcada como paga e o caso fica registrado para revisão humana.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Custos e configuração (11:40–12:40)
Visual: SLIDE.
Narração:
Lembre que o meio de pagamento cobra tarifas por transação, diferentes para Pix e boleto; elas entram no custo variável da sua conta do módulo 3. A conta do Mercado Pago é configurada pelo administrador, com as credenciais guardadas de forma criptografada. O passo a passo está no material de apoio, e voltamos a isso no módulo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Resumo (12:40–13:00)
Visual: APRESENTADOR.
Narração:
Resumindo: Pix ou boleto, baixa automática por dois caminhos, boleto vencido tratado com alerta e reemissão, e estornos registrados. Na próxima aula, a régua de cobrança.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 · Aula 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 e boleto: como funcionam os meios de pagamento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emissão, confirmação, vencimento, reemissão e estorno de Pix/boleto pelo Mercado Pago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M8 · Aula 3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 ou boleto: o cliente escolhe, a plataforma acompanha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M8 · Aula 3 · Cena 2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 e boleto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Pix: copia e cola · confirmação em minutos · padrão da plataforma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Boleto: linha digitável e PDF com código de barras · compensação em até 3 dias úteis · exige endereço completo do pagador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pedido = um método (Pix OU boleto)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M8 · Aula 3 · Cena 3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vencimento do Pix e do boleto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Vencimento da cobrança enviado ao Mercado Pago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fim de semana → próximo dia útil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lida do código de barras é a que vale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M8 · Aula 3 · Cena 4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confirmação automática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caminhos de baixa: webhook (na hora) + sincronização a cada 5 min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M8 · Aula 3 · Cena 5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Boleto vencido, cancelamento e estorno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Boleto vencido → marcado como vencido às 06:00 · PDF bloqueado · alerta ao consultor para reemitir · acompanhado por 10 dias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Cobrança cancelada ou paga manualmente → boleto cancelado no Mercado Pago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Estorno → registrado; cobrança segue paga; caso vai para revisão humana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M8 · Aula 3 · Cena 6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Custos e configuração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Tarifas do meio de pagamento entram no custo variável (M3)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 Mercado Pago configurada pelo admin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credenciais criptografadas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M8 · Aula 3 · Cena 7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 (padrão) ou boleto  ·  baixa automática (webhook + sync)  ·  vencido: alerta e reemissão  ·  estorno: revisão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M8 · Aula 3 — Pix e boleto: como funcionam os meios de pagamento</dc:title>
  <dc:subject>PptxGenJS Presentation</dc:subject>
  <dc:creator>PptxGenJS</dc:creator>
  <cp:lastModifiedBy>PptxGenJS</cp:lastModifiedBy>
  <cp:revision>1</cp:revision>
  <dcterms:created xsi:type="dcterms:W3CDTF">2026-10-30T10:46:07Z</dcterms:created>
  <dcterms:modified xsi:type="dcterms:W3CDTF">2026-10-30T10:46:07Z</dcterms:modified>
</cp:coreProperties>
</file>