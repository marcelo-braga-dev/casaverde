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Agora, a melhor parte: receber. Neste laboratório, os seus clientes vão pagar — de forma simulada —, e você vai ver a plataforma dar baixa sozinha, sem você conferir extrato.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cliente paga pelo portal (0:40–3:40)
Visual: TELA — trocar para o perfil Cliente (Padaria): Visão Geral → Minhas Cobranças → abrir a cobrança do mês; cartão de pagamento com Pix copia e cola, linha digitável (se boleto) e download do PDF.
Narração:
Primeiro, veja pelo lado do cliente. Troque para o perfil Cliente e abra Minhas Cobranças. A cobrança do mês está lá, com o cartão de pagamento: o Pix copia e cola, pronto para colar no aplicativo do banco, e, quando for boleto, a linha digitável e o PDF para baixar. Repare que o cliente vê só o que precisa para pagar — nenhum dado técnico ou interno. Quanto mais clientes pagam pelo portal, menos mensagens a sua equipe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Simulando o pagamento e a baixa (3:40–6:40)
Visual: TELA — voltar ao Administrador; na cobrança da Padaria, usar "simular pagamento" do laboratório (ou aguardar a aprovação do Pix sandbox); recarregar; pagamento "pago", cobrança "Paga", "Paga em"; Histórico de Alterações com o evento.
Narração:
Volte ao Administrador. No laboratório, use o botão de simular pagamento na cobrança da padaria — ele imita exatamente o que o Mercado Pago faz quando o cliente paga. Em instantes, o pagamento aparece como pago, e a cobrança como paga, com a data do pagamento. Ninguém clicou em "dar baixa": a confirmação chegou pelo mesmo caminho do mundo real, o aviso do Mercado Pago, conferido pela plataforma. Abra o histórico de alterações: o pagamento está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Acompanhando os pagamentos (6:40–8:40)
Visual: TELA — Financeiro → Pagamentos: lista com filtros (status, método, nome do cliente); abrir um pagamento e mostrar o botão de sincronizar; (admin) Webhooks de Pagamento com os eventos recebidos.
Narração:
Em Financeiro, Pagamentos, você vê todos os Pix e boletos emitidos, com filtros por status, método e cliente. Dentro de um pagamento, existe um botão para sincronizar na hora com o Mercado Pago, útil quando um cliente diz "acabei de pagar". Como administrador, você também vê os avisos recebidos do Mercado Pago, um por um — e, se um deles falhou, a plataforma permite reprocessar.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Pagamento fora do sistema (8:40–10:40)
Visual: TELA — cobrança da Residência: "Confirmar Pagamento" → "Paga em" + "Observação (opcional)" ("Transferência recebida em 12/03, comprovante no e-mail") → confirmar; Pix/boleto ativo cancelado automaticamente.
Narração:
E quando o cliente paga por fora — uma transferência direta, por exemplo? Na cobrança, use confirmar pagamento: informe a data e uma observação com a referência do comprovante. A cobrança fica paga e, se houver um Pix ou boleto ativo, a plataforma cancela no Mercado Pago, para o cliente não pagar duas vezes. Use isso como exceção: o ideal é o pagamento passar pelo Pix ou boleto, que dão baixa sozinhos.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(10:40–12:00)
Visual: SLIDE.
Narração:
Exercício: simule o pagamento de dez cobranças, confirme um pagamento manual com observação e deixe quatro em aberto — elas vão vencer na próxima aula. Confira, no dashboard do administrador, como o valor recebido e o valor a receber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pagamento, baixa automática e o portal do cliente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pagamentos, acompanhar a baixa automática, ver o portal do cliente e confirmar pagamento manual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o dinheiro entrando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paga pelo portal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para o perfil Cliente (Padaria): Visão Geral → Minhas Cobranças → abrir a cobrança do mês; cartão de pagamento com Pix copia e cola, linha digitável (se boleto) e download do PDF.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cliente: Minhas Cobranças → Pix copia e cola / boleto em PDF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Simulando o pagamento e a baixa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ao Administrador; na cobrança da Padaria, usar "simular pagamento" do laboratório (ou aguardar a aprovação do Pix sandbox); recarregar; pagamento "pago", cobrança "Paga", "Paga em"; Histórico de Alterações com o evento.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confirmado → webhook/sincronização → cobrança Paga (sem ação manual)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Acompanhando os pagamentos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→ Pagamentos: lista com filtros (status, método, nome do cliente); abrir um pagamento e mostrar o botão de sincronizar; (admin) Webhooks de Pagamento com os eventos recebidos.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→ Pagamentos: todos os Pix/boletos  ·  sincronizar sob demanda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fora do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da Residência: "Confirmar Pagamento" → "Paga em" + "Observação (opcional)" ("Transferência recebida em 12/03, comprovante no e-mail") → confirmar; Pix/boleto ativo cancelado automaticamente.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Recebeu por fora? Confirmar Pagamento + observação  ·  boleto ativo é cancelado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simule o pagamento de 10 cobranças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1 pagamento manual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deixe 4 em aberto (próxima aula)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6 — Laboratório: pagamento, baixa automática e o portal do cliente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