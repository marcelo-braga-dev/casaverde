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Quatro cobranças ficaram em aberto na aula anterior. Agora vamos avançar o tempo no laboratório e ver a régua automática funcionar: lembrete, cobrança vencida, boleto vencido e reemissão.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Três dias antes: o lembrete (0:40–3:20)
Visual: TELA — "avançar dias" até D−3; caixa de e-mails do laboratório com o lembrete ao cliente; Relatórios → Alertas Operacionais com o alerta de lembrete atribuído ao consultor; abrir e clicar no link de WhatsApp (mensagem pronta).
Narração:
Avance o laboratório até três dias antes do vencimento. Na caixa de e-mails do laboratório, aparece o lembrete enviado aos clientes, com o Pix. E, em Alertas Operacionais, há um alerta de lembrete para o consultor responsável, com o link do WhatsApp e a mensagem pronta. Clique e veja a mensagem. Na vida real, o consultor só confere e envia.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Venceu: cobrança vencida (3:20–5:20)
Visual: TELA — avançar até D+1; Financeiro → Cobranças de Faturas filtrando "vencida"; cobrança com status "Vencida"; dashboard com cobranças vencidas.
Narração:
Avance para o dia seguinte ao vencimento. As cobranças não pagas foram marcadas como vencidas, sem ninguém clicar. No dashboard, o número de cobranças vencidas subiu, e o valor vencido aparece separado. Na lista de cobranças, filtre pelas vencidas: é a fila de trabalho da cobrança.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Boleto vencido e reemissão (5:20–9:00)
Visual: TELA — cobrança da Clínica (boleto): selo "Boleto vencido", PDF bloqueado; alerta "gere um novo boleto e envie ao cliente"; contador no menu de cobranças aguardando novo boleto; gerar novo pagamento (boleto) com vencimento novo; "Enviar boleto ao cliente"; o boleto antigo continua acompanhado.
Narração:
Agora, a clínica, que tinha boleto. Repare no selo de boleto vencido e no PDF bloqueado: o cliente não consegue mais baixar um boleto que o banco devolveria. Em Alertas Operacionais, há um alerta pedindo para gerar um novo boleto e enviar. E o menu mostra quantas cobranças estão aguardando um novo boleto. Gere o novo pagamento para a clínica e envie ao cliente. Lembre do detalhe da aula 3: o boleto antigo não foi cancelado no banco; ele continua sendo acompanhado por dez dias. Se a clínica tiver pago o antigo no último dia, a cobrança é baixada e o novo boleto é cancelado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 cliente pediu outra data (9:00–11:20)
Visual: TELA — cobrança da Residência: "Editar vencimento" → "Nova data de vencimento" → salvar; Pix anterior cancelado e novo emitido; Histórico de Alterações mostrando a mudança.
Narração:
Por fim, a residência ligou: recebe o salário no dia quinze e pediu para pagar depois disso. Na cobrança, use editar vencimento e informe a nova data. A plataforma cancela o Pix anterior no Mercado Pago e emite um novo com a data nova. O histórico de alterações registra quem mudou e quando. Se o pedido se repetir todo mês, ajuste a data de vencimento padrão desse cliente no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A cobrança humana (11:20–12:20)
Visual: TELA — botões "Cobrar via WhatsApp" e "Enviar Lembrete" numa cobrança vencida.
Narração:
Para os contatos humanos da régua, a cobrança tem os botões de cobrar via WhatsApp e enviar lembrete, sempre com a mensagem pronta e o valor correto. Use-os nos dias de contato pessoal.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Entregável e encerramento (12:20–13:00)
Visual: SLIDE.
Narração:
Confira o entregável: o mês um faturado para os quinze clientes, pelo menos dez pagos, um ajuste, um vencimento alterado, um boleto reemitido e a régua de cobrança da sua empresa por escrito. Com isso, você operou o ciclo completo, da usina ao dinheiro. No próximo módulo, vamos transformar isso numa rotina que roda todo mês.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 · Aula 7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vencimento, boleto vencido e reemissão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a régua automática funcionando: lembrete, vencida, boleto vencido, reemissão e alteração de vencimento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7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quando o cliente não paga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7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dias antes: o lembrete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"avançar dias" até D−3; caixa de e-mails do laboratório com o lembrete ao cliente; Relatórios → Alertas Operacionais com o alerta de lembrete atribuído ao consultor; abrir e clicar no link de WhatsApp (mensagem pronta).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D−3: e-mail ao cliente + alerta ao consultor com WhatsApp pronto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7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Venceu: cobrança vencida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avançar até D+1; Financeiro → Cobranças de Faturas filtrando "vencida"; cobrança com status "Vencida"; dashboard com cobranças vencidas.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D+1: marcada como vencida automaticamente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7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Boleto vencido e reemissão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da Clínica (boleto): selo "Boleto vencido", PDF bloqueado; alerta "gere um novo boleto e envie ao cliente"; contador no menu de cobranças aguardando novo boleto; gerar novo pagamento (boleto) com vencimento novo; "Enviar boleto ao cliente"; o boleto antigo continua acompanhado.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Boleto vencido: PDF bloqueado  ·  alerta para reemitir  ·  novo boleto  ·  o antigo segue monitorado por 10 dias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7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pediu outra data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da Residência: "Editar vencimento" → "Nova data de vencimento" → salvar; Pix anterior cancelado e novo emitido; Histórico de Alterações mostrando a mudança.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 vencimento → pagamento anterior cancelado → novo emitido → histórico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7 · Cena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cobrança humana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botões "Cobrar via WhatsApp" e "Enviar Lembrete" numa cobrança vencida.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Cobrar via WhatsApp  ·  Enviar Lembrete — o contato humano da régua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M8 · Aula 7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e encerramento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do M8: mês 1 faturado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pagas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ajuste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vencimento alterado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boleto reemitido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escrita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M8 · Aula 7 — Laboratório: vencimento, boleto vencido e reemissão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