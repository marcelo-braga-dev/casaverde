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 fórmula resolve a grande maioria das cobranças. Mas a vida real traz exceções: uma cortesia, uma correção de um mês anterior, uma refaturação da distribuidora, um pedido de mudança de vencimento. A plataforma tem ferramentas para isso, todas com histórico. Vamos ver quando usar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Desconto e acréscimo manual (0:40–4:00)
Visual: SLIDE com exemplos.
Narração:
O ajuste mais comum é o desconto manual. Use para uma cortesia — por exemplo, o primeiro crédito demorou um ciclo além do prometido e você quer compensar o cliente —, para corrigir um erro seu ou para uma negociação. O acréscimo manual é o contrário: por exemplo, no mês anterior uma fatura foi lida errado e você cobrou a menos; no mês seguinte, cobra a diferença. Em ambos, a plataforma pede o tipo, o valor e uma descrição. Escreva uma descrição que o cliente entenderia, porque ela pode ser questionada. E combine com o cliente antes de cobrar um acréscimo: surpresa na cobrança gera cancelamento.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Recálculo (4:00–6:00)
Visual: SLIDE.
Narração:
Se a fatura que originou a cobrança foi corrigida, ou se a regra de desconto do cliente mudou antes do pagamento, a cobrança pode ser recalculada, para refletir os novos números. Faça isso sempre antes de emitir o Pix ou o boleto. Se o pagamento já tiver sido gerado, o recálculo exige cancelar e emitir de novo — por isso, a conferência no status de rascunho é tão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Alterar o vencimento (6:00–8:40)
Visual: SLIDE com a sequência: "Editar vencimento → nova data → boleto ativo cancelado no Mercado Pago → novo boleto emitido → cliente avisado".
Narração:
Outra situação frequente: o cliente pede para mudar o vencimento — por exemplo, a empresa recebe dos clientes dela no dia quinze e prefere pagar depois disso. Na tela da cobrança, use editar vencimento e informe a nova data. Se já existe um boleto ou Pix ativo, a plataforma cancela o anterior no Mercado Pago e emite um novo com a data nova — o mesmo acontece se o valor mudar. Isso evita que o cliente pague um boleto com a data ou o valor errados. Depois, envie o novo boleto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histórico de alterações (8:40–10:20)
Visual: TELA rápida — "Histórico de Alterações" de uma cobrança: quem, quando, o quê (vencimento, valor, status, boleto).
Narração:
Tudo isso fica registrado no histórico de alterações da cobrança: quem mudou o vencimento, quem lançou um ajuste, quando o status mudou, quando um boleto foi emitido ou cancelado. É a trilha de auditoria da sua operação financeira. Numa discussão com um cliente, ou numa auditoria, você reconstrói a história de cada cobrança em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(10:20–11:00)
Visual: APRESENTADOR.
Narração:
Resumindo: ajustes sempre com descrição e combinados com o cliente; recalcule antes de emitir; mudança de vencimento ou valor reemite o boleto; e o histórico registra tudo. Na próxima aula, como funcionam o Pix e o boleto.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Ajustes, descontos e recálculo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quando e como ajustar uma cobrança, alterar o vencimento e manter a trilha de auditoria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toda cobrança sai certa da fórmula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e acréscimo manual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manual: cortesia, compensação de erro, negociação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Acréscimo manual: diferença de mês anterior cobrada a menos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Sempre: tipo + valor + descrição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Recálculo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 corrigida ou desconto do cliente alterado → recalcular a cobrança (enquanto não paga)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o vencimento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Mudou o vencimento ou o valor? O boleto ativo é cancelado e reemitido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2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histórico de alterações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rápida — "Histórico de Alterações" de uma cobrança: quem, quando, o quê (vencimento, valor, status, boleto).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alteração fica registrada: quem, quando, o quê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com descrição  ·  recálculo antes de emitir  ·  vencimento novo = boleto novo  ·  histórico completo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Aula 2 — Ajustes, descontos e recálculo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