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Neste laboratório, a fatura aprovada da padaria vai virar uma cobrança, e a cobrança vai virar um Pix. Entre como Administrador — ou como Consultor, que também trabalha as cobranças da própria carteira.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Gerando a cobrança (0:40–3:00)
Visual: TELA — abrir a fatura aprovada da Padaria → ação de gerar cobrança (ou aguardar a rotina); ir para Financeiro → Cobranças de Faturas e localizar a cobrança em "rascunho" (filtro por nome do cliente).
Narração:
Abra a fatura aprovada da padaria e gere a cobrança. Se você preferir, pode esperar: a rotina de hora em hora gera sozinha as cobranças das faturas aprovadas. Depois, abra Financeiro, Cobranças de Faturas, e filtre pelo nome do cliente. A cobrança da padaria está lá, em rascunho.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Conferindo antes de abrir (3:00–6:00)
Visual: TELA — tela da cobrança: "Dados da Cobrança" (Titular, Referência, Vencimento, Usina (UC), Concessionária, Consumo kWh, Consumo Injetado), "Resumo Financeiro" (valor original, desconto, ajustes, Valor Total), link "Fatura de Concessionária" (ver dados técnicos).
Narração:
Abra a cobrança. Em dados da cobrança, confira o titular, a referência, o vencimento, a usina e a unidade consumidora, o consumo e o consumo injetado. No resumo financeiro, o valor original, o desconto, os ajustes e o valor total: mil, seiscentos e noventa e cinco reais e vinte centavos. Se quiser rever a origem, o atalho da fatura de concessionária abre os dados técnicos da fatura. Tudo certo? Siga. Algo errado? Corrija antes, com um ajuste ou na fatura.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Abrindo para pagamento (6:00–7:20)
Visual: TELA — em "Ações Disponíveis", botão "Abrir esta cobrança para pagamento"; confirmar; status muda para "Aberta".
Narração:
Em ações disponíveis, clique em abrir esta cobrança para pagamento. O status passa de rascunho para aberta. A partir daqui, ela aparece para o cliente no portal e pode receber o Pix ou o boleto.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Emitindo o Pix (7:20–10:20)
Visual: TELA — gerar pagamento → "Mercado Pago — Pix"; em "Pagamentos Gerados", o novo pagamento com status, valor, vencimento e "Pix copia e cola" (copiar); status da cobrança "Aguardando pagamento"; caixa de e-mails do laboratório com o e-mail "pagamento disponível".
Narração:
Agora, gere o pagamento e escolha Pix. Em segundos, o pagamento aparece na seção de pagamentos gerados, com o valor, o vencimento e o código Pix copia e cola. A cobrança passa a aguardando pagamento. E o cliente recebe, automaticamente, um e-mail avisando que o pagamento está disponível, com o valor, o vencimento e o Pix — no laboratório, esse e-mail aparece na caixa de e-mails do ambiente de aula. Repare que o e-mail vai para o e-mail de contato real do cliente cadastrado na ficha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Enviando pelo WhatsApp e emitindo boleto (10:20–12:40)
Visual: TELA — botão "Enviar ao cliente pelo WhatsApp" (abre wa.me com mensagem pronta); em outra cobrança (Clínica), gerar "Mercado Pago — Boleto": se faltar endereço, mostrar o erro e cadastrar o endereço do cliente; gerar novamente; mostrar Linha digitável, Código de barras e PDF do boleto com a marca da empresa.
Narração:
Use o botão de enviar ao cliente pelo WhatsApp: ele abre o WhatsApp com uma mensagem pronta, com o valor e o Pix — o envio é seu, com um clique. Agora, faça um boleto para a clínica. Se o cadastro da clínica não tiver o endereço completo, o Mercado Pago recusa, e a plataforma mostra o motivo; complete o endereço do cliente e gere de novo. O boleto vem com a linha digitável, o código de barras e o PDF com a marca da sua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Exercício e encerramento (12:40–14:00)
Visual: SLIDE.
Narração:
Agora, faça para todos os seus quinze clientes: gere as cobranças, confira, abra para pagamento e emita o Pix — ou o boleto para dois deles, para praticar. Na próxima aula, os clientes vão pagar, e você vai ver a baixa automática.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 · Aula 5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gerando a cobrança e emitindo o Pix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a cobrança a partir da fatura, conferir, abrir para pagamento e emitir Pix e boleto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5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a primeira cobrança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5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Gerando a cobrança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a fatura aprovada da Padaria → ação de gerar cobrança (ou aguardar a rotina); ir para Financeiro → Cobranças de Faturas e localizar a cobrança em "rascunho" (filtro por nome do cliente).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 aprovada → gerar cobrança → status Rascunho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5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Conferindo antes de abrir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da cobrança: "Dados da Cobrança" (Titular, Referência, Vencimento, Usina (UC), Concessionária, Consumo kWh, Consumo Injetado), "Resumo Financeiro" (valor original, desconto, ajustes, Valor Total), link "Fatura de Concessionária" (ver dados técnicos).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Confira: referência  ·  vencimento  ·  consumo injetado  ·  desconto  ·  valor total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5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Abrindo para pagamento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"Ações Disponíveis", botão "Abrir esta cobrança para pagamento"; confirmar; status muda para "Aberta".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Disponíveis → Abrir esta cobrança para pagamento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5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Emitindo o Pix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pagamento → "Mercado Pago — Pix"; em "Pagamentos Gerados", o novo pagamento com status, valor, vencimento e "Pix copia e cola" (copiar); status da cobrança "Aguardando pagamento"; caixa de e-mails do laboratório com o e-mail "pagamento disponível".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pagamento → Pix  ·  copia e cola  ·  cliente recebe e-mail automaticamente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5 · Cena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Enviando pelo WhatsApp e emitindo boleto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"Enviar ao cliente pelo WhatsApp" (abre wa.me com mensagem pronta); em outra cobrança (Clínica), gerar "Mercado Pago — Boleto": se faltar endereço, mostrar o erro e cadastrar o endereço do cliente; gerar novamente; mostrar Linha digitável, Código de barras e PDF do boleto com a marca da empresa.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 mensagem pronta, envio com 1 clique  ·  Boleto exige endereço completo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5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e encerramento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Exercício: gerar, conferir, abrir e emitir pagamento para as cobranças do mês 1 dos 15 clientes (Pix para a maioria; boleto para 2)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Aula 5 — Laboratório: gerando a cobrança e emitindo o Pix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