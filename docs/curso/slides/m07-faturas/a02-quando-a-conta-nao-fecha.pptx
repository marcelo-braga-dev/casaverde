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Todo mês, você deveria saber quantos créditos cada cliente vai receber: é o percentual dele vezes a geração da usina. Quando a fatura chega, compare. Na maioria das vezes, bate. Quando não bate, existe uma causa, e cada causa tem uma ação. Vamos ver as seis situações mais comuns.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A conta do esperado (0:40–2:40)
Visual: QUADRO.
Narração:
O esperado é simples: o percentual do cliente no rateio vezes a energia injetada pela usina no ciclo. Se a padaria tem quatro por cento e a usina injetou cinquenta e oito mil quilowatts-hora, ela deveria receber dois mil, trezentos e vinte. Uma diferença pequena pode vir dos ciclos de leitura, que não coincidem entre a usina e cada cliente. Uma diferença grande exige investigação.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Seis situações e o que fazer (2:40–10:20)
Visual: SLIDE com uma situação por vez: sintoma → causa provável → ação.
Narração:
Situação um: a fatura veio sem nenhum crédito. As causas mais comuns são a lista de rateio ainda não aplicada pela distribuidora, a unidade consumidora fora da lista ou um problema de titularidade — por exemplo, a conta mudou de nome. Ação: confira o protocolo do rateio e cobre a distribuidora; se o erro for dela, peça o refaturamento. Situação dois: créditos menores que o esperado. Verifique se a usina gerou menos naquele ciclo e se o percentual da lista foi digitado corretamente. Situação três: créditos maiores que o consumo, com o saldo acumulando. A cota está alta para o consumo atual do cliente: revise. Situação quatro: leitura estimada. Às vezes a distribuidora não faz a leitura e fatura pela média; no mês seguinte vem o acerto. Anote e acompanhe, porque o consumo e os créditos do mês podem parecer estranhos. Situação cinco: créditos indo para a unidade errada — geralmente erro na lista. Corrija e peça o refaturamento das faturas afetadas. E situação seis: créditos prestes a expirar no saldo do cliente. Reduza a cota ou, se o contrato permitir, redistribua. Lembre do princípio da cobrança da plataforma: você cobra sobre a energia compensada na fatura do mês. Créditos que ficaram parados no saldo não entram na cobrança até serem usados. Isso é justo com o cliente, mas significa que sobra de crédito é receita adiada — ou perdida, se expirar.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registrar e cobrar a distribuidora (10:20–11:30)
Visual: SLIDE.
Narração:
Quando o problema é da distribuidora, registre tudo: nas observações da revisão da fatura, na plataforma, anote o que foi encontrado e o número do protocolo aberto. Acompanhe o prazo de resposta. Se não resolver, existem a ouvidoria da distribuidora e, em último caso, a ANEEL. Ter o histórico registrado faz diferença nessa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(11:30–12:00)
Visual: APRESENTADOR.
Narração:
Resumindo: calcule o esperado, compare com a fatura, identifique qual das seis situações aconteceu e aja, registrando tudo. Na próxima aula, como fazer as faturas chegarem sozinhas à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Créditos, saldo e quando a conta não fecha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divergências entre créditos esperados e faturados e agir em cada caso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× faturado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2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do esperado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Créditos esperados = % do rateio × energia injetada da usina no ciclo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4% × 58.000 = 2.320 kWh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situações e o que fazer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Nenhum crédito → rateio não aplicado / UC fora da lista / titularidade → conferir protocolo, cobrar a distribuidora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Créditos menores → geração baixa / % digitado errado → conferir geração e lista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Créditos maiores que o consumo → saldo acumulando → revisar cota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Leitura estimada pela média → acerto no mês seguinte → anotar e acompanhar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Créditos para a UC errada → erro na lista → corrigir e pedir refaturamento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Créditos a expirar → cota alta ou cliente consumindo menos → reduzir cota/redistribuir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registrar e cobrar a distribuidora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na revisão da fatura (observações)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na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resposta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ouvidoria/ANEEL se necessário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= % × injetada  ·  6 situações  ·  registre e protocole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Aula 2 — Créditos, saldo e quando a conta não fecha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