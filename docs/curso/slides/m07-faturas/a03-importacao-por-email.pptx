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Com quinze clientes, dá para pedir a fatura por WhatsApp e subir o PDF à mão. Com quinhentos, é impossível. A plataforma resolve isso com a importação automática por e-mail: as faturas chegam sozinhas, são lidas e entram na fila de revisão. Vamos entender como montar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 ideia: uma caixa de e-mail por cliente (0:40–3:20)
Visual: ANIMAÇÃO: distribuidora envia a fatura por e-mail → caixa "fatura.cliente123@suaempresa" → plataforma lê a caixa de hora em hora → PDF desbloqueado → dados extraídos → fila de revisão.
Narração:
A ideia é simples. Quase toda distribuidora permite cadastrar um e-mail para receber a fatura digital. Em vez do e-mail do cliente, você cadastra um endereço da sua empresa, dedicado àquele cliente. A plataforma tem um conjunto de caixas de e-mail e lê essas caixas de hora em hora. Quando chega uma fatura, ela baixa o PDF, desbloqueia se tiver senha, extrai os dados, identifica o cliente e a unidade consumidora e coloca a fatura na fila de revisão. Ter uma caixa por cliente evita confusão: cada fatura que chega numa caixa já se sabe de quem é. As caixas podem ser criadas pela própria tela de integrações, se a hospedagem de e-mail estiver integrada.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Configurando o cliente (3:20–6:00)
Visual: TELA — ficha do cliente → aba Integração: "Email de recebimento de faturas", "Senha para desbloquear PDF", "Filtro de remetente (avançado)"; depois Integrações → Configurações de Integração com o pool de caixas.
Narração:
Na ficha do cliente, na aba Integração, você associa a caixa de e-mail que recebe as faturas dele. Muitas distribuidoras enviam o PDF protegido por senha, normalmente com parte do CPF ou do CNPJ do titular; cadastre essa senha no campo de senha para desbloquear o PDF — ela fica guardada de forma criptografada. O filtro de remetente é opcional e serve para aceitar só e-mails vindos do endereço da distribuidora, ignorando propaganda e outros e-mails. Depois, com o cliente, faça o cadastro do e-mail de fatura digital no site ou aplicativo da distribuidora. Combine isso já no onboarding: é um dos documentos do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Acompanhando a importação (6:00–8:40)
Visual: TELA — Integrações → Histórico de Importação: execuções, e-mails processados, sucessos e erros; botão para disparar uma importação manual; abrir uma execução e ver o PDF de um e-mail.
Narração:
Em Integrações, Histórico de Importação, você vê cada execução da rotina: quantos e-mails foram lidos, quantas faturas entraram, quantas deram erro e por quê. Também dá para disparar uma importação na hora, sem esperar a próxima rodada. Quando algo falha de forma que compromete o faturamento — uma caixa de e-mail inacessível, uma senha de PDF errada, um PDF ilegível —, a plataforma cria um alerta operacional, que aparece no sino do cabeçalho. E o alerta se resolve sozinho quando a importação volta a funcionar. Você não precisa ficar olhando o histórico: os alertas avisam.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upload manual continua existindo (8:40–10:20)
Visual: SLIDE.
Narração:
E o upload manual continua sendo útil: para o cliente recém-chegado, cuja fatura digital ainda não foi redirecionada; para uma segunda via; para distribuidoras sem envio por e-mail; e para casos em que a leitura automática não reconhece o layout. Nesses casos, você sobe o PDF e preenche ou corrige os dados na revisão. É o que você vai fazer no laboratório, já que no ambiente de aula a importação por e-mail está desligada.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(10:20–11:00)
Visual: APRESENTADOR.
Narração:
Resumindo: uma caixa de e-mail por cliente, a senha do PDF cadastrada, a rotina lendo de hora em hora, os alertas avisando quando algo falha e o upload manual para as exceções. Na próxima aula, o que conferir na revisão da fatura.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Importação automática por e-mail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e configurar a importação automática de faturas por e-mail (IMAP)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500 clientes, ninguém baixa fatura à mão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ideia: uma caixa de e-mail por cliente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245745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77440"/>
            <a:ext cx="227457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0609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17570" y="2377440"/>
            <a:ext cx="245745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09010" y="2377440"/>
            <a:ext cx="227457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da sua empresa (1 por cliente)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7502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86500" y="2377440"/>
            <a:ext cx="245745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7940" y="2377440"/>
            <a:ext cx="227457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lê de hora em hora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4395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155430" y="2377440"/>
            <a:ext cx="2457450" cy="1554480"/>
          </a:xfrm>
          <a:prstGeom prst="roundRect">
            <a:avLst>
              <a:gd name="adj" fmla="val 7059"/>
            </a:avLst>
          </a:prstGeom>
          <a:solidFill>
            <a:srgbClr val="1F7A4D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46870" y="2377440"/>
            <a:ext cx="227457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3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Configurando o cliente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do cliente → aba Integração: "Email de recebimento de faturas", "Senha para desbloquear PDF", "Filtro de remetente (avançado)"; depois Integrações → Configurações de Integração com o pool de caixas.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Integração: e-mail de recebimento  ·  senha do PDF  ·  filtro de remetente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3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Acompanhando a importação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→ Histórico de Importação: execuções, e-mails processados, sucessos e erros; botão para disparar uma importação manual; abrir uma execução e ver o PDF de um e-mail.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Importação: cada execução, cada e-mail, cada erro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upload manual continua existindo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manual: fatura de cliente novo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via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distribuidora sem e-mail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não reconhecido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3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caixa por cliente  ·  senha do PDF cadastrada  ·  rotina de hora em hora  ·  alertas avisam falhas  ·  upload para exceções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Aula 3 — Importação automática por e-mail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