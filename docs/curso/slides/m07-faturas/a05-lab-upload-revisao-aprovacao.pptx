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Chegaram as primeiras faturas dos seus clientes. Neste laboratório, você vai subir o PDF de uma fatura, conferir o que a plataforma extraiu, revisar com o roteiro de seis passos e aprovar. Entre como Administrador e baixe a pasta de faturas fictícias do módulo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Subindo o PDF (0:40–3:20)
Visual: TELA — Financeiro → Faturas de Concessionárias → nova fatura (ou ficha da Padaria → Faturas → nova): selecionar o cliente, a UC, anexar o PDF "padaria-mes1.pdf"; salvar; tela da fatura com "Status da Extração de Dados: sucesso" e "Status da revisão: pendente de revisão".
Narração:
Abra Financeiro e depois Faturas de Concessionárias, e crie uma nova fatura. Selecione o cliente — vamos começar pela padaria —, a unidade consumidora e anexe o PDF da pasta do curso. Salve. Em segundos, a plataforma lê o PDF. A tela da fatura abre com o status da extração e o status da revisão, que começa como pendente de revisão.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Conferindo a extração (3:20–6:40)
Visual: TELA — "Resumo Técnico" e "Campos Extraídos do PDF" lado a lado com o PDF; "Completude dos dados" (campos analisados / inválidos); seção "Energia Injetada e Consumo Injetado" com as linhas da fatura usadas no cálculo ("Como chegamos em Consumo Injetado").
Narração:
Agora, o roteiro. Passo um: titular e número da instalação batem com a padaria. Passo dois: referência e vencimento conferem com o PDF. Passo três: consumo e valor total coerentes com o histórico — dois mil e quinhentos quilowatts-hora, dentro da média. Repare no indicador de completude dos dados, que mostra quantos campos foram analisados e se algum ficou inválido. Passo quatro: abra a seção de energia injetada e consumo injetado. Ela mostra exatamente quais linhas da fatura foram somadas: as de energia injetada em TE, TUSD e bandeira, com quantidades e valores. Compare a energia compensada com o esperado: quatro por cento da geração da usina no ciclo. Se bater, siga.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A base da cobrança (6:40–9:20)
Visual: TELA — "Consumo Injetado (total)", "Margem de desconto (%)", "Como chegamos no Desconto sobre consumo injetado", "Valor da Fatura ao Cliente"; campo "Usina vinculada".
Narração:
Passo cinco: o consumo injetado total, em reais, a margem de desconto, que veio da regra ativa da padaria, e o valor da fatura ao cliente — o que a sua empresa vai cobrar. A tela explica como chegou em cada número. Confira com a sua conta: consumo injetado vezes um menos vinte por cento. Passo seis: a usina vinculada é a sua usina, e a lista de pendências está vazia, com a mensagem de que nenhuma pendência foi encontrada.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Revisando e aprovando (9:20–11:40)
Visual: TELA — preencher "Observações da revisão" ("Conferido: compensação 2.320 kWh = esperado"); salvar como revisada; botão de aprovar; confirmação; status "aprovada"; "Revisado por" e data.
Narração:
Escreva uma observação curta na revisão, por exemplo "conferido, compensação igual ao esperado", e aprove a fatura. O status muda para aprovada, e a plataforma registra quem revisou e quando. Essa trilha é importante: se, daqui a seis meses, o cliente questionar uma cobrança, você sabe quem conferiu a fatura e o que foi visto. A partir daqui, a fatura está pronta para virar cobrança — o que acontece automaticamente na rotina de hora em hora ou com um clique, como você vai ver no próximo módulo.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Em lote (11:40–13:40)
Visual: TELA acelerada — subir mais 4 faturas; Financeiro → Faturas de Concessionárias com filtros por status e por nome do cliente; ordenar por "pendente de revisão".
Narração:
Agora faça o mesmo para as faturas dos outros clientes. Use a lista de Faturas de Concessionárias com os filtros: por status, para ver só as pendentes de revisão, e por nome do cliente. Na operação real, é assim que se trabalha: uma fila, revisada em lote, todos os 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Encerramento (13:40–15:00)
Visual: SLIDE.
Narração:
Exercício: suba e revise as faturas do primeiro mês dos seus quinze clientes. Algumas delas foram preparadas com problemas de propósito: vão aparecer pendências. Não aprove essas ainda. Na próxima aula, você vai resolvê-las.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 · Aula 5 · Laboratório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upload, revisão e aprovação de faturas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o PDF de uma fatura, conferir a extração, revisar e aprovar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5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Laboratório: o primeiro ciclo de faturas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5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Subindo o PDF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 → Faturas de Concessionárias → nova fatura (ou ficha da Padaria → Faturas → nova): selecionar o cliente, a UC, anexar o PDF "padaria-mes1.pdf"; salvar; tela da fatura com "Status da Extração de Dados: sucesso" e "Status da revisão: pendente de revisão".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Faturas de Concessionárias → Nova → cliente  ·  UC  ·  PDF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5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Conferindo a extração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"Resumo Técnico" e "Campos Extraídos do PDF" lado a lado com o PDF; "Completude dos dados" (campos analisados / inválidos); seção "Energia Injetada e Consumo Injetado" com as linhas da fatura usadas no cálculo ("Como chegamos em Consumo Injetado").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Passos 1 a 4: cliente/UC  ·  referência/vencimento  ·  consumo/total  ·  compensação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5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 da cobrança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"Consumo Injetado (total)", "Margem de desconto (%)", "Como chegamos no Desconto sobre consumo injetado", "Valor da Fatura ao Cliente"; campo "Usina vinculada".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5: consumo injetado × (1 − margem) = valor ao cliente  ·  Passo 6: usina e pendências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5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Revisando e aprovando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preencher "Observações da revisão" ("Conferido: compensação 2.320 kWh = esperado"); salvar como revisada; botão de aprovar; confirmação; status "aprovada"; "Revisado por" e data.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 → revisada → aprovar  ·  fica registrado quem revisou e quando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5 · Cena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lote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acelerada — subir mais 4 faturas; Financeiro → Faturas de Concessionárias com filtros por status e por nome do cliente; ordenar por "pendente de revisão".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 por status e por cliente  ·  revise em lote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M7 · Aula 5 · Cena 7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Encerramento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Exercício: faturas do mês 1 dos 15 clientes — revisadas e aprovadas (exceto as com pendência: próxima aula)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Aula 5 — Laboratório: upload, revisão e aprovação de faturas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