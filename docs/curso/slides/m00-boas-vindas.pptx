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tela estão as sete coisas que você vai saber fazer ao final. Repare que todas são práticas: ler, calcular, propor, distribuir, cobrar, medir e planejar.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você vai praticar numa plataforma profissional, usada numa operação real, com dados fictícios. É o seu simulador de voo.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etapas, e cada uma sobe um degrau: primeiro os fundamentos de energia, depois as regras e a conta do negócio, então a operação de ponta a ponta e, por fim, a gestão da empresa.
Há dois tipos de aula: as expositivas, que explicam o conceito, e os laboratórios, guiados por telas e passos na tela. A regra de ouro: viu o laboratório, faça o laboratório.
Cada módulo tem um teste rápido e um entregável. Somados, eles viram o projeto final: a sua empresa operando.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de três a cinco horas por semana e use desde já os materiais no seu negócio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laboratório já começa com uma distribuidora, uma usina de referência e três clientes de exemplo, iguais para todos. Por cima deles, você cria a sua empresa.
Preencha a ficha da sua empresa. O campo mais importante é a distribuidora: usina e clientes precisam estar na área da mesma distribuidora.
Veja o exemplo da Solaris. A meta parece boa, mas será coerente? Ao longo do curso, você terá as ferramentas para responder com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módulo acrescenta uma peça: a conta, a usina, os clientes, os contratos, as faturas, as cobranças, a rotina, os indicadores e o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 ·  ETAPA 1 · FUNDAMENTOS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 e laboratório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Boas-vindas: o que você vai construir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Como o curso funciona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Acessando o laboratório e tour dos quatro perfis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 caso contínuo: a sua empresa de assinatura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o que vai construir no curso e por que a assinatura de energia é um negócio recorrente;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 como o curso funciona (aulas, laboratórios, quizzes, projeto, ao vivo);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 o laboratório e reconhece os quatro perfis da plataforma;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 própria empresa fictícia que vai construir até o M12.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Boas-vindas: o que você vai construir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Apresentar o negócio de assinatura de energia, a promessa do curso e o resultado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fazendo: 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negócio em uma imagem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gera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32918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distribui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35040" y="2583180"/>
            <a:ext cx="28529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recebe créditos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778240" y="2583180"/>
            <a:ext cx="28529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098280" y="2583180"/>
            <a:ext cx="23317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empresa organiza e cobra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negócio inteiro numa imagem. A usina injeta energia na rede da distribuidora, essa energia vira créditos, e os créditos abatem a conta dos clientes. O cliente paga menos à distribuidora e uma mensalidade menor à sua empresa. É permitido e regulado pela Lei 14.300.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um bom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Escalável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ganham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motivos fazem desse um bom negócio: a receita é recorrente, a estrutura escala e todo mundo ganha. Mas negócio bom não é negócio fácil: existem regras, custos de rede, inadimplência e uma operação mensal. É isso que você vai dominar.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saber fazer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Ler qualquer conta de luz com energia compensada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Fazer a conta do kWh: cliente, produtor e sua empresa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Montar propostas para clientes e donos de usina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Distribuir a energia da usina sem vender o que não existe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Fechar o mês: faturas, cobranças, Pix e boleto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Medir o negócio com indicadores e relatórios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Montar o plano da sua empresa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tela estão as sete coisas que você vai saber fazer ao final. Repare que todas são práticas: ler, calcular, propor, distribuir, cobrar, medir e planejar.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BOAS-VINDAS: O QUE VOCÊ VAI CONSTRUIR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Aprender fazendo: 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vai praticar numa plataforma real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você vai praticar numa plataforma profissional, usada numa operação real, com dados fictícios. É o seu simulador de voo.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a estrutura do curso, as quatro etapas, os tipos de aula e como estudar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 curso funciona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quatro etapas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Fundamentos (M0–M1)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Regulação e negócio (M2–M3)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Operação ponta a ponta (M4–M9)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Gestão e estratégia (M10–M12)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quatro etapas, e cada uma sobe um degrau: primeiro os fundamentos de energia, depois as regras e a conta do negócio, então a operação de ponta a ponta e, por fim, a gestão da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tipos de aula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🎥 Aula expositiva — o conceito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Laboratório — a prática na plataforma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Há dois tipos de aula: as expositivas, que explicam o conceito, e os laboratórios, guiados por telas e passos na tela. A regra de ouro: viu o laboratório, faça o laboratório.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Quizzes, entregáveis e projeto final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por módulo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final = sua empresa operando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tem um teste rápido e um entregável. Somados, eles viram o projeto final: a sua empresa operando.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COMO O CURSO FUNCIONA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estudar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- 3 a 5 horas por semana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Um módulo por semana (turma: siga o cronograma)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Anote dúvidas e leve ao ao vivo/comunidade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Use a calculadora e os modelos no seu negócio real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de três a cinco horas por semana e use desde já os materiais no seu negócio real.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Acessando o laboratório e tour dos quatro perfis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Acessar o laboratório, trocar de perfil e reconhecer as telas principais de cada perfil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Administrador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Consultor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Cliente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Produtor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Acessando o laboratório e tour dos quatro perfis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 o endereço recebido por e-mail, entre com seu e-mail e senha e troque a senha no primeiro acesso.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Administrador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Administrador (o dono), veja no dashboard clientes, faturas em revisão, cobranças e valores a receber. O sino mostra os alertas.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Consultor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Consultor: ele vê só a própria carteira de clientes, produtores e propostas.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Acessando o laboratório e tour dos quatro perfis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Cliente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Cliente: o portal mostra faturas, cobranças com Pix ou boleto e a economia acumulada.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Produtor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para Produtor: ele acompanha as próprias usinas e a geração de cada mês.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administrador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do consultor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sul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cliente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liente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produtor_dashboar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Etapa 1 · Fundamentos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a empresa fictícia do aluno e apresentar o caminho até o projeto final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 contínuo: a sua empresa de assinatura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dados-padrão do laboratório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partida: 1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usina de referência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clientes-exemplo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laboratório já começa com uma distribuidora, uma usina de referência e três clientes de exemplo, iguais para todos. Por cima deles, você cria a sua empresa.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a sua empresa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Nome da empresa (fictício)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Cidade e estado de atuação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Perfil: começando do zero / já tenho empresa solar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Meta de 12 meses: usinas, clientes, kWh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a ficha da sua empresa. O campo mais importante é a distribuidora: usina e clientes precisam estar na área da mesma distribuidora.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Solaris Assinaturas (fictícia)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Maringá – PR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Distribuidora da região: a do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Empresa solar (integradora com 6 anos)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- 12 meses: 1 usina de 1 MW, 300 clientes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Veja o exemplo da Solaris. A meta parece boa, mas será coerente? Ao longo do curso, você terá as ferramentas para responder com números.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O CASO CONTÍNUO: A SUA EMPRESA DE ASSINATURA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até o projeto final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= uma peça da sua empresa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módulo acrescenta uma peça: a conta, a usina, os clientes, os contratos, as faturas, as cobranças, a rotina, os indicadores e o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a principal fonte de receita de uma empresa de assinatura de energia?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mensal recorrente sobre a energia compensada dos clientes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painéis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instalação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venda de créditos no 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Quantos perfis de acesso a plataforma tem?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o "produtor" na plataforma?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dono da usina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que consome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vendedor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consultor vê na plataforma?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clientes da empresa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os clientes da própria carteira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apenas usinas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relatórios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5–5 DE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é o entregável do projeto final?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operação completa simulada com usina, clientes, 3 meses de faturamento e relatório executivo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prova teórica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vídeo de apresentação pessoal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projeto elétrico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Receita mensal recorrente sobre a energia compensada dos clientes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4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O dono da usina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Apenas os clientes da própria carteira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Uma operação completa simulada com usina, clientes, 3 meses de faturamento e relatório executivo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" y="1554480"/>
            <a:ext cx="1045159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Ficha da minha empresa (modelo em 06-materiais-de-apoio.md): nome fictício da empresa, cidade/estado de atuação, distribuidora da região, perfil (começando do zero ou empresa solar), meta para 12 meses (ex.: 1 usina, 150 clientes). Postar na comunidade.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 — Boas-vindas e laboratório</dc:title>
  <dc:subject>PptxGenJS Presentation</dc:subject>
  <dc:creator>PptxGenJS</dc:creator>
  <cp:lastModifiedBy>PptxGenJS</cp:lastModifiedBy>
  <cp:revision>1</cp:revision>
  <dcterms:created xsi:type="dcterms:W3CDTF">2026-10-30T13:46:34Z</dcterms:created>
  <dcterms:modified xsi:type="dcterms:W3CDTF">2026-10-30T13:46:34Z</dcterms:modified>
</cp:coreProperties>
</file>