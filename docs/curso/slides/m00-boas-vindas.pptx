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Veja o negócio inteiro numa imagem. A usina injeta energia na rede da distribuidora, essa energia vira créditos, e os créditos abatem a conta dos clientes. O cliente paga menos à distribuidora e uma mensalidade menor à sua empresa. É permitido e regulado pela Lei 14.300.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Três motivos fazem desse um bom negócio: a receita é recorrente, a estrutura escala e todo mundo ganha. Mas negócio bom não é negócio fácil: existem regras, custos de rede, inadimplência e uma operação mensal. É isso que você vai dominar.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tela estão as sete coisas que você vai saber fazer ao final. Repare que todas são práticas: ler, calcular, propor, distribuir, cobrar, medir e planejar.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Você vai praticar numa plataforma real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São quatro etapas, e cada uma sobe um degrau: primeiro os fundamentos de energia, depois as regras e a conta do negócio, então a operação de ponta a ponta e, por fim, a gestão da empresa.
Há dois tipos de aula: as expositivas, que explicam o conceito, e os laboratórios, guiados por telas e passos na tela. A regra de ouro: viu o laboratório, faça o laboratório.
Cada módulo tem um teste rápido e um entregável. Somados, eles viram o projeto final: a sua empresa operando.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Reserve de três a cinco horas por semana e use desde já os materiais no seu negócio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Abra o endereço recebido por e-mail, entre com seu e-mail e senha e troque a senha no primeiro acesso.
Como Administrador (o dono), veja no dashboard clientes, faturas em revisão, cobranças e valores a receber. O sino mostra os alertas.
Troque para Consultor: ele vê só a própria carteira de clientes, produtores e propostas.
Troque para Cliente: o portal mostra faturas, cobranças com Pix ou boleto e a economia acumulada.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Troque para Produtor: ele acompanha as próprias usinas e a geração de cada mês.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laboratório já começa com uma distribuidora, uma usina de referência e três clientes de exemplo, iguais para todos. Por cima deles, você cria a sua empresa.
Preencha a ficha da sua empresa. O campo mais importante é a distribuidora: usina e clientes precisam estar na área da mesma distribuidora.
Veja o exemplo da Solaris. A meta parece boa, mas será coerente? Ao longo do curso, você terá as ferramentas para responder com números.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módulo acrescenta uma peça: a conta, a usina, os clientes, os contratos, as faturas, as cobranças, a rotina, os indicadores e o plano.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7A23B"/>
          </a:solidFill>
          <a:ln/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94360"/>
            <a:ext cx="822960" cy="8229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00200" y="566928"/>
            <a:ext cx="7315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
</a:t>
            </a:r>
            <a:pPr indent="0" marL="0">
              <a:buNone/>
            </a:pPr>
            <a:r>
              <a:rPr lang="en-US" sz="13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Formação em Energia por Assinatura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640080" y="192024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  ·  ETAPA 1 · FUNDAMENTOS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640080" y="233172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Boas-vindas e laboratório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640080" y="3657600"/>
            <a:ext cx="658368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Boas-vindas: o que você vai construir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Como o curso funciona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Acessando o laboratório e tour dos quatro perfis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O caso contínuo: a sua empresa de assinatura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589520" y="3657600"/>
            <a:ext cx="3977640" cy="2743200"/>
          </a:xfrm>
          <a:prstGeom prst="roundRect">
            <a:avLst>
              <a:gd name="adj" fmla="val 3333"/>
            </a:avLst>
          </a:prstGeom>
          <a:solidFill>
            <a:srgbClr val="11396F"/>
          </a:solidFill>
          <a:ln/>
        </p:spPr>
      </p:sp>
      <p:sp>
        <p:nvSpPr>
          <p:cNvPr id="9" name="Text 6"/>
          <p:cNvSpPr/>
          <p:nvPr/>
        </p:nvSpPr>
        <p:spPr>
          <a:xfrm>
            <a:off x="7772400" y="3749040"/>
            <a:ext cx="3611880" cy="2560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Ao final do módulo
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sabe o que vai construir no curso e por que a assinatura de energia é um negócio recorrente;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entende como o curso funciona (aulas, laboratórios, quizzes, projeto, ao vivo);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acessa o laboratório e reconhece os quatro perfis da plataforma;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a própria empresa fictícia que vai construir até o M12.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 · Etapa 1 · Fundamentos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Boas-vindas: o que você vai construir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Apresentar o negócio de assinatura de energia, a promessa do curso e o resultado final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negócio em uma imagem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é um bom negócio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você vai saber fazer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BOAS-VINDAS: O QUE VOCÊ VAI CONSTRUIR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negócio em uma imagem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2583180"/>
            <a:ext cx="2852928" cy="1463040"/>
          </a:xfrm>
          <a:prstGeom prst="chevron">
            <a:avLst/>
          </a:prstGeom>
          <a:solidFill>
            <a:srgbClr val="1B3A6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68680" y="2583180"/>
            <a:ext cx="233172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Usina gera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3291840" y="2583180"/>
            <a:ext cx="2852928" cy="1463040"/>
          </a:xfrm>
          <a:prstGeom prst="chevron">
            <a:avLst/>
          </a:prstGeom>
          <a:solidFill>
            <a:srgbClr val="11396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611880" y="2583180"/>
            <a:ext cx="233172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rede distribui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6035040" y="2583180"/>
            <a:ext cx="2852928" cy="1463040"/>
          </a:xfrm>
          <a:prstGeom prst="chevron">
            <a:avLst/>
          </a:prstGeom>
          <a:solidFill>
            <a:srgbClr val="1B3A6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355080" y="2583180"/>
            <a:ext cx="233172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 recebe créditos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8778240" y="2583180"/>
            <a:ext cx="2852928" cy="1463040"/>
          </a:xfrm>
          <a:prstGeom prst="chevron">
            <a:avLst/>
          </a:prstGeom>
          <a:solidFill>
            <a:srgbClr val="11396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098280" y="2583180"/>
            <a:ext cx="233172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sua empresa organiza e cobra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9" name="Text 16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Veja o negócio inteiro numa imagem. A usina injeta energia na rede da distribuidora, essa energia vira créditos, e os créditos abatem a conta dos clientes. O cliente paga menos à distribuidora e uma mensalidade menor à sua empresa. É permitido e regulado pela Lei 14.300.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BOAS-VINDAS: O QUE VOCÊ VAI CONSTRUIR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é um bom negócio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Recorrente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Escalável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Todos ganham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motivos fazem desse um bom negócio: a receita é recorrente, a estrutura escala e todo mundo ganha. Mas negócio bom não é negócio fácil: existem regras, custos de rede, inadimplência e uma operação mensal. É isso que você vai dominar.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BOAS-VINDAS: O QUE VOCÊ VAI CONSTRUIR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você vai saber fazer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5486400" cy="3977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Ler qualquer conta de luz com energia compensada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Fazer a conta do kWh: cliente, produtor e sua empresa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Montar propostas para clientes e donos de usina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Distribuir a energia da usina sem vender o que não existe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263640" y="1325880"/>
            <a:ext cx="5486400" cy="3977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Fechar o mês: faturas, cobranças, Pix e boleto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Medir o negócio com indicadores e relatórios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Montar o plano da sua empresa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tela estão as sete coisas que você vai saber fazer ao final. Repare que todas são práticas: ler, calcular, propor, distribuir, cobrar, medir e planejar.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BOAS-VINDAS: O QUE VOCÊ VAI CONSTRUIR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11091672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1508760"/>
            <a:ext cx="822960" cy="384048"/>
          </a:xfrm>
          <a:prstGeom prst="roundRect">
            <a:avLst>
              <a:gd name="adj" fmla="val 47619"/>
            </a:avLst>
          </a:prstGeom>
          <a:solidFill>
            <a:srgbClr val="F7A23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822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1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645920" y="1463040"/>
            <a:ext cx="9857232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Aprender fazendo: a plataforma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77240" y="2057400"/>
            <a:ext cx="10634472" cy="4069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vai praticar numa plataforma real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 · Etapa 1 · Fundamentos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o curso funciona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Explicar a estrutura do curso, as quatro etapas, os tipos de aula e como estudar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quatro etapas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tipos de aula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Quizzes, entregáveis e projeto final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estudar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o curso funciona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quatro etapas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Fundamentos (M0–M1)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Regulação e negócio (M2–M3)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Operação ponta a ponta (M4–M9)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Gestão e estratégia (M10–M12)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822960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14" name="Text 11"/>
          <p:cNvSpPr/>
          <p:nvPr/>
        </p:nvSpPr>
        <p:spPr>
          <a:xfrm>
            <a:off x="822960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São quatro etapas, e cada uma sobe um degrau: primeiro os fundamentos de energia, depois as regras e a conta do negócio, então a operação de ponta a ponta e, por fim, a gestão da empresa.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4337304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337304" y="1325880"/>
            <a:ext cx="3514344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7" name="Text 14"/>
          <p:cNvSpPr/>
          <p:nvPr/>
        </p:nvSpPr>
        <p:spPr>
          <a:xfrm>
            <a:off x="4611624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tipos de aula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4611624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🎥 Aula expositiva — o conceito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🧪 Laboratório — a prática na plataforma</a:t>
            </a:r>
            <a:endParaRPr lang="en-US" sz="1700" dirty="0"/>
          </a:p>
        </p:txBody>
      </p:sp>
      <p:sp>
        <p:nvSpPr>
          <p:cNvPr id="19" name="Shape 16"/>
          <p:cNvSpPr/>
          <p:nvPr/>
        </p:nvSpPr>
        <p:spPr>
          <a:xfrm>
            <a:off x="4611624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0" name="Text 17"/>
          <p:cNvSpPr/>
          <p:nvPr/>
        </p:nvSpPr>
        <p:spPr>
          <a:xfrm>
            <a:off x="4611624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Há dois tipos de aula: as expositivas, que explicam o conceito, e os laboratórios, guiados por telas e passos na tela. A regra de ouro: viu o laboratório, faça o laboratório.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8125968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25968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23" name="Text 20"/>
          <p:cNvSpPr/>
          <p:nvPr/>
        </p:nvSpPr>
        <p:spPr>
          <a:xfrm>
            <a:off x="8400288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Quizzes, entregáveis e projeto final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8400288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 por módulo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Entregável por módulo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final = sua empresa operando</a:t>
            </a:r>
            <a:endParaRPr lang="en-US" sz="1700" dirty="0"/>
          </a:p>
        </p:txBody>
      </p:sp>
      <p:sp>
        <p:nvSpPr>
          <p:cNvPr id="25" name="Shape 22"/>
          <p:cNvSpPr/>
          <p:nvPr/>
        </p:nvSpPr>
        <p:spPr>
          <a:xfrm>
            <a:off x="8400288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6" name="Text 23"/>
          <p:cNvSpPr/>
          <p:nvPr/>
        </p:nvSpPr>
        <p:spPr>
          <a:xfrm>
            <a:off x="8400288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módulo tem um teste rápido e um entregável. Somados, eles viram o projeto final: a sua empresa operando.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· COMO O CURSO FUNCIONA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estudar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4517136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- 3 a 5 horas por semana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325880"/>
            <a:ext cx="5431536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91656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391656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86016" y="1435608"/>
            <a:ext cx="4517136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Um módulo por semana (turma: siga o cronograma)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3429000"/>
            <a:ext cx="5431536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31520" y="36118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731520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325880" y="3538728"/>
            <a:ext cx="4517136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Anote dúvidas e leve ao ao vivo/comunidade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208776" y="3429000"/>
            <a:ext cx="5431536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391656" y="36118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6391656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986016" y="3538728"/>
            <a:ext cx="4517136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Use a calculadora e os modelos no seu negócio real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27" name="Text 24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Reserve de três a cinco horas por semana e use desde já os materiais no seu negócio real.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 · Etapa 1 · Fundamentos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Acessando o laboratório e tour dos quatro perfis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Acessar o laboratório, trocar de perfil e reconhecer as telas principais de cada perfil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ACESSANDO O LABORATÓRIO E TOUR DOS QUATRO PERFIS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(1/2)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20624" y="1289304"/>
            <a:ext cx="7114032" cy="4033647"/>
          </a:xfrm>
          <a:prstGeom prst="roundRect">
            <a:avLst>
              <a:gd name="adj" fmla="val 1360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/www/wwwroot/rexar/gdsolar/docs/curso/slides/telas/dashboar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040880" cy="396049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" y="5332095"/>
            <a:ext cx="7040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do administrador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7818120" y="1325880"/>
            <a:ext cx="3977640" cy="4937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Abra o endereço recebido por e-mail, entre com seu e-mail e senha e troque a senha no primeiro acesso.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Perfil Administrador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Administrador (o dono), veja no dashboard clientes, faturas em revisão, cobranças e valores a receber. O sino mostra os alertas.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Perfil Consultor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Troque para Consultor: ele vê só a própria carteira de clientes, produtores e propostas.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Perfil Cliente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Troque para Cliente: o portal mostra faturas, cobranças com Pix ou boleto e a economia acumulada.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ACESSANDO O LABORATÓRIO E TOUR DOS QUATRO PERFIS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(2/2)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20624" y="1289304"/>
            <a:ext cx="7114032" cy="4033647"/>
          </a:xfrm>
          <a:prstGeom prst="roundRect">
            <a:avLst>
              <a:gd name="adj" fmla="val 1360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/www/wwwroot/rexar/gdsolar/docs/curso/slides/telas/consultor_dashboar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040880" cy="396049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" y="5332095"/>
            <a:ext cx="7040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do consultor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7818120" y="1325880"/>
            <a:ext cx="3977640" cy="4937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Perfil Produtor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Troque para Produtor: ele acompanha as próprias usinas e a geração de cada mês.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NA PLATAFORMA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Portal do cliente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1380744" y="1225296"/>
            <a:ext cx="9400032" cy="5319522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/www/wwwroot/rexar/gdsolar/docs/curso/slides/telas/cliente_dashboar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0" y="1261872"/>
            <a:ext cx="9326880" cy="524637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NA PLATAFORMA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Portal do produtor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1380744" y="1225296"/>
            <a:ext cx="9400032" cy="5319522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/www/wwwroot/rexar/gdsolar/docs/curso/slides/telas/produtor_dashboar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0" y="1261872"/>
            <a:ext cx="9326880" cy="524637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 · Etapa 1 · Fundamentos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caso contínuo: a sua empresa de assinatura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Definir a empresa fictícia do aluno e apresentar o caminho até o projeto final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dados-padrão do laboratório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Definindo a sua empresa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Exemplo preenchido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caminho até o projeto final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caso contínuo: a sua empresa de assinatura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dados-padrão do laboratório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 de partida: 1 distribuidora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usina de referência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clientes-exemplo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822960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14" name="Text 11"/>
          <p:cNvSpPr/>
          <p:nvPr/>
        </p:nvSpPr>
        <p:spPr>
          <a:xfrm>
            <a:off x="822960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laboratório já começa com uma distribuidora, uma usina de referência e três clientes de exemplo, iguais para todos. Por cima deles, você cria a sua empresa.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4337304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337304" y="1325880"/>
            <a:ext cx="3514344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7" name="Text 14"/>
          <p:cNvSpPr/>
          <p:nvPr/>
        </p:nvSpPr>
        <p:spPr>
          <a:xfrm>
            <a:off x="4611624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Definindo a sua empresa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4611624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Nome da empresa (fictício)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Cidade e estado de atuação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Distribuidora da região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Perfil: começando do zero / já tenho empresa solar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Meta de 12 meses: usinas, clientes, kWh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4611624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0" name="Text 17"/>
          <p:cNvSpPr/>
          <p:nvPr/>
        </p:nvSpPr>
        <p:spPr>
          <a:xfrm>
            <a:off x="4611624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Preencha a ficha da sua empresa. O campo mais importante é a distribuidora: usina e clientes precisam estar na área da mesma distribuidora.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8125968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25968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23" name="Text 20"/>
          <p:cNvSpPr/>
          <p:nvPr/>
        </p:nvSpPr>
        <p:spPr>
          <a:xfrm>
            <a:off x="8400288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Exemplo preenchido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8400288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Solaris Assinaturas (fictícia)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Maringá – PR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Distribuidora da região: a do estado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Empresa solar (integradora com 6 anos)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- 12 meses: 1 usina de 1 MW, 300 clientes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8400288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6" name="Text 23"/>
          <p:cNvSpPr/>
          <p:nvPr/>
        </p:nvSpPr>
        <p:spPr>
          <a:xfrm>
            <a:off x="8400288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Veja o exemplo da Solaris. A meta parece boa, mas será coerente? Ao longo do curso, você terá as ferramentas para responder com números.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O CASO CONTÍNUO: A SUA EMPRESA DE ASSINATURA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caminho até o projeto final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11091672" cy="3977640"/>
          </a:xfrm>
          <a:prstGeom prst="roundRect">
            <a:avLst>
              <a:gd name="adj" fmla="val 1839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10177272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módulo = uma peça da sua empresa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módulo acrescenta uma peça: a conta, a usina, os clientes, os contratos, as faturas, as cobranças, a rotina, os indicadores e o plano.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QUESTÕES 1–2 DE 5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325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234440" y="12801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 é a principal fonte de receita de uma empresa de assinatura de energia?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Receita mensal recorrente sobre a energia compensada dos clientes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3378708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515868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15868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venda de painéis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208776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45936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345936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taxa de instalação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9038844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176004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9176004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venda de créditos no mercado livre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548640" y="38404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5" name="Text 22"/>
          <p:cNvSpPr/>
          <p:nvPr/>
        </p:nvSpPr>
        <p:spPr>
          <a:xfrm>
            <a:off x="54864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1234440" y="37947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Quantos perfis de acesso a plataforma tem?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8580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685800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3378708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3515868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3515868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6208776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345936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6345936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9038844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176004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38" name="Text 35"/>
          <p:cNvSpPr/>
          <p:nvPr/>
        </p:nvSpPr>
        <p:spPr>
          <a:xfrm>
            <a:off x="9176004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QUESTÕES 3–4 DE 5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325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234440" y="12801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é o "produtor" na plataforma?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dono da usina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3378708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515868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15868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cliente que consome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208776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45936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345936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vendedor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9038844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176004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9176004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distribuidora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548640" y="38404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5" name="Text 22"/>
          <p:cNvSpPr/>
          <p:nvPr/>
        </p:nvSpPr>
        <p:spPr>
          <a:xfrm>
            <a:off x="54864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1234440" y="37947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o consultor vê na plataforma?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8580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685800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Todos os clientes da empresa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3378708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3515868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3515868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Apenas os clientes da própria carteira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6208776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345936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6345936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apenas usinas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9038844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176004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38" name="Text 35"/>
          <p:cNvSpPr/>
          <p:nvPr/>
        </p:nvSpPr>
        <p:spPr>
          <a:xfrm>
            <a:off x="9176004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relatórios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QUESTÕES 5–5 DE 5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325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234440" y="12801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 é o entregável do projeto final?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operação completa simulada com usina, clientes, 3 meses de faturamento e relatório executivo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3378708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515868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15868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prova teórica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208776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45936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345936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vídeo de apresentação pessoal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9038844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176004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9176004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projeto elétrico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CONFIRA SUAS RESPOSTAS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Gabarito do 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A) Receita mensal recorrente sobre a energia compensada dos clientes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C) 4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A) O dono da usina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B) Apenas os clientes da própria carteira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A) Uma operação completa simulada com usina, clientes, 3 meses de faturamento e relatório executivo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 · Fechamento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FECHAMENTO DO MÓDULO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Pratique e entregue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11091672" cy="4937760"/>
          </a:xfrm>
          <a:prstGeom prst="roundRect">
            <a:avLst>
              <a:gd name="adj" fmla="val 1852"/>
            </a:avLst>
          </a:prstGeom>
          <a:solidFill>
            <a:srgbClr val="1B3A6B"/>
          </a:solidFill>
          <a:ln/>
        </p:spPr>
      </p:sp>
      <p:sp>
        <p:nvSpPr>
          <p:cNvPr id="10" name="Text 7"/>
          <p:cNvSpPr/>
          <p:nvPr/>
        </p:nvSpPr>
        <p:spPr>
          <a:xfrm>
            <a:off x="868680" y="1554480"/>
            <a:ext cx="10451592" cy="44805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ENTREGÁVEL DO MÓDULO
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Ficha da minha empresa (modelo em 06-materiais-de-apoio.md): nome fictício da empresa, cidade/estado de atuação, distribuidora da região, perfil (começando do zero ou empresa solar), meta para 12 meses (ex.: 1 usina, 150 clientes). Postar na comunidade.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GD Solar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 — Boas-vindas e laboratório</dc:title>
  <dc:subject>PptxGenJS Presentation</dc:subject>
  <dc:creator>PptxGenJS</dc:creator>
  <cp:lastModifiedBy>PptxGenJS</cp:lastModifiedBy>
  <cp:revision>1</cp:revision>
  <dcterms:created xsi:type="dcterms:W3CDTF">2026-10-30T13:18:25Z</dcterms:created>
  <dcterms:modified xsi:type="dcterms:W3CDTF">2026-10-30T13:18:25Z</dcterms:modified>
</cp:coreProperties>
</file>