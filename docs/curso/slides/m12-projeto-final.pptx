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64748B"/>
                </a:solidFill>
                <a:latin typeface="Arial"/>
              </a:rPr>
              <a:t>Peso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Peso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B3A6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1. Operação no laboratório completa e correta</c:v>
                  </c:pt>
                  <c:pt idx="1">
                    <c:v>2. Conta do negócio coerente (números com origem, cenários)</c:v>
                  </c:pt>
                  <c:pt idx="2">
                    <c:v>3. Indicadores e relatórios (precisão e análise)</c:v>
                  </c:pt>
                  <c:pt idx="3">
                    <c:v>4. Gestão: SOP, régua, riscos, plano</c:v>
                  </c:pt>
                  <c:pt idx="4">
                    <c:v>5. Comunicação (clareza, linguagem correta, apresentação)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</c:v>
                </c:pt>
                <c:pt idx="1">
                  <c:v>0.2</c:v>
                </c:pt>
                <c:pt idx="2">
                  <c:v>0.2</c:v>
                </c:pt>
                <c:pt idx="3">
                  <c:v>0.2</c:v>
                </c:pt>
                <c:pt idx="4">
                  <c:v>0.1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B3A6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laboratório, a sua empresa precisa ter tudo o que está na lista da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documento, entregue os itens da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Organize em duas semanas: primeiro o laboratório, depois os documentos e a revisão pela rubrica.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maior peso é a operação no laboratório. Nos documentos, vale a coerência dos números, a análise e a linguagem correta.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Setenta por cento aprova; noventa, com distinção.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faz um projeto nota máxima: números que batem entre o laboratório e os documentos, análise em vez de descrição, riscos honestos e linguagem correta.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laboratório: duas usinas bem ocupadas, vinte e quatro clientes, três meses fechados e nenhum alerta crítico.
Nos documentos: plano, conta com cenários, relatório do trimestre, relatórios de produtor e de economia, procedimento padrão, régua e riscos.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tirar a empresa do papel, siga o plano dos noventa dias da tela: validar a conta, fechar a primeira usina e conquistar os primeiros clientes.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Continue na comunidade e acompanhe as atualizações regulatórias.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 ·  ETAPA 4 · GESTÃO E ESTRATÉGIA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final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Briefing do projeto final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Como o projeto será avaliado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exemplo resolvido — três meses de operação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Encerramento e próximos passos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do projeto final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Apresentar o que o projeto final exige e como organizar o trabalho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entregar no laboratório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entregar em documento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organizar o trabalho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BRIEFING DO PROJETO FINAL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entregar no laboratório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Identidade visual da sua empresa aplicada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2 usinas (a do M4 + uma nova), com produtor, proposta e 3 meses de geração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20+ clientes (empresas e residências) com UC, proposta, contrato, vínculo e convite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Ocupação de 90–98% em cada usina; nenhum cliente ≥ 25%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3 meses de faturas revisadas e aprovadas (com pendências resolvidas e justificadas)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3 meses de cobranças: emitidas, pagas, 1+ ajuste, 1+ vencida tratada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Alertas críticos zerados no fechamento de cada mês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laboratório, a sua empresa precisa ter tudo o que está na lista da tela.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BRIEFING DO PROJETO FINAL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entregar em documento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de negócio em uma página (M11)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conta do meu negócio, com cenários 2026–2028 e 2029 (M3)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executivo do trimestre: 12 indicadores × 3 meses + comentário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do produtor (1 usina) e 3 relatórios de economia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SOP, régua de cobrança e matriz de riscos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de até 5 minutos apresentando a empresa (opcional no autoestudo)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5" name="Text 3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documento, entregue os itens da tela.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BRIEFING DO PROJETO FINAL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organizar o trabalho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 1: usina 2, clientes novos, mês 3 no laboratório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 2: relatórios, documentos, vídeo, revisão pela rubrica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 em duas semanas: primeiro o laboratório, depois os documentos e a revisão pela rubrica.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projeto será avaliado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Explicar a rubrica e os critérios de aprovação e de distinção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cinco critérios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Notas e certificado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COMO O PROJETO SERÁ AVALIADO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cinco critérios</a:t>
            </a:r>
            <a:endParaRPr lang="en-US" sz="26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325880"/>
          <a:ext cx="56692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508760"/>
          <a:ext cx="5193792" cy="914400"/>
        </p:xfrm>
        <a:graphic>
          <a:graphicData uri="http://schemas.openxmlformats.org/drawingml/2006/table">
            <a:tbl>
              <a:tblPr/>
              <a:tblGrid>
                <a:gridCol w="2596896"/>
                <a:gridCol w="259689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Critério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Peso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Operação no laboratório completa e correta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Conta do negócio coerente (números com origem, cenários)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Indicadores e relatórios (precisão e análise)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Gestão: SOP, régua, riscos, plano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Comunicação (clareza, linguagem correta, apresentação)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maior peso é a operação no laboratório. Nos documentos, vale a coerência dos números, a análise e a linguagem correta.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COMO O PROJETO SERÁ AVALIADO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Notas e certificado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70%: aprovado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90%: aprovado com distinção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abaixo de 70%: devolutiva e uma nova entrega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Setenta por cento aprova; noventa, com distinção.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resolvido — três meses de operação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Mostrar um projeto final completo como referência de qualidade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 este projeto ser nota máxima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LABORATÓRIO: EXEMPLO RESOLVIDO — TRÊS MESES DE OPERAÇÃO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 este projeto ser nota máxima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Números batem entre laboratório e documentos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análise, não só descrição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honestos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linguagem correta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aplicável à vida real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 um projeto nota máxima: números que batem entre o laboratório e os documentos, análise em vez de descrição, riscos honestos e linguagem correta.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EXEMPLO RESOLVIDO — TRÊS MESES DE OPERAÇÃO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cockpi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Cockpit executivo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empresa no laboratório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laboratório: duas usinas bem ocupadas, vinte e quatro clientes, três meses fechados e nenhum alerta crítico.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documentos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documentos: plano, conta com cenários, relatório do trimestre, relatórios de produtor e de economia, procedimento padrão, régua e riscos.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energia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gestao_energi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Encerramento e próximos passos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Fechar o curso e orientar os primeiros 90 dias da empresa real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primeiros 90 dias da empresa real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 com a gente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ENCERRAMENTO E PRÓXIMOS PASSOS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primeiros 90 dias da empresa real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115568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Dias 1–30: validar a conta com números reais da distribuidora · advogado e contador · conversar com 5 produtores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Dias 31–60: fechar a primeira usina (due diligence + contrato) · estrutura jurídica · plataforma configurada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Dias 61–90: pré-venda com data honesta · primeiros 30 clientes · rateio · primeiro ciclo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tirar a empresa do papel, siga o plano dos noventa dias da tela: validar a conta, fechar a primeira usina e conquistar os primeiros clientes.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ENCERRAMENTO E PRÓXIMOS PASSOS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 com a gente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Comunidade de ex-alunos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atualização regulatória semestral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condição especial na plataforma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implantação assistida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7" name="Text 24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 na comunidade e acompanhe as atualizações regulatórias.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1554480"/>
            <a:ext cx="1045159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briefing (aula 1) e rubrica em 04-avaliacao-e-certificacao.md.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M12 — Projeto final</dc:title>
  <dc:subject>PptxGenJS Presentation</dc:subject>
  <dc:creator>PptxGenJS</dc:creator>
  <cp:lastModifiedBy>PptxGenJS</cp:lastModifiedBy>
  <cp:revision>1</cp:revision>
  <dcterms:created xsi:type="dcterms:W3CDTF">2026-10-30T13:18:28Z</dcterms:created>
  <dcterms:modified xsi:type="dcterms:W3CDTF">2026-10-30T13:18:28Z</dcterms:modified>
</cp:coreProperties>
</file>