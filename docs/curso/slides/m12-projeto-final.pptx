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Arial"/>
              </a:rPr>
              <a:t>Peso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 Operação no laboratório completa e correta</c:v>
                  </c:pt>
                  <c:pt idx="1">
                    <c:v>2. Conta do negócio coerente (números com origem, cenários)</c:v>
                  </c:pt>
                  <c:pt idx="2">
                    <c:v>3. Indicadores e relatórios (precisão e análise)</c:v>
                  </c:pt>
                  <c:pt idx="3">
                    <c:v>4. Gestão: SOP, régua, riscos, plano</c:v>
                  </c:pt>
                  <c:pt idx="4">
                    <c:v>5. Comunicação (clareza, linguagem correta, apresentação)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1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laboratório, a sua empresa precisa ter tudo o que está na lista da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documento, entregue os itens da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em duas semanas: primeiro o laboratório, depois os documentos e a revisão pela rubrica.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maior peso é a operação no laboratório. Nos documentos, vale a coerência dos números, a análise e a linguagem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Setenta por cento aprova; noventa, com distinção.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faz um projeto nota máxima: números que batem entre o laboratório e os documentos, análise em vez de descrição, riscos honestos e linguagem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laboratório: duas usinas bem ocupadas, vinte e quatro clientes, três meses fechados e nenhum alerta crítico.
Nos documentos: plano, conta com cenários, relatório do trimestre, relatórios de produtor e de economia, procedimento padrão, régua e riscos.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tirar a empresa do papel, siga o plano dos noventa dias da tela: validar a conta, fechar a primeira usina e conquistar os primeiros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na comunidade e acompanhe as atualizações regulatórias.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 ·  ETAPA 4 · GESTÃO E ESTRATÉGIA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final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Briefing do projeto final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Como o projeto será avaliado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exemplo resolvido — três meses de operação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Encerramento e próximos passos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do projeto final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 o que o projeto final exige e como organizar o trabalho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 no laboratório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 em documento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organizar o trabalho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BRIEFING DO PROJETO FINAL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 no laboratório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Identidade visual da sua empresa aplicada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2 usinas (a do M4 + uma nova), com produtor, proposta e 3 meses de geração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20+ clientes (empresas e residências) com UC, proposta, contrato, vínculo e convite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Ocupação de 90–98% em cada usina; nenhum cliente ≥ 25%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63640" y="1325880"/>
            <a:ext cx="548640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3 meses de faturas revisadas e aprovadas (com pendências resolvidas e justificadas)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3 meses de cobranças: emitidas, pagas, 1+ ajuste, 1+ vencida tratada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Alertas críticos zerados no fechamento de cada mês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laboratório, a sua empresa precisa ter tudo o que está na lista da tela.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BRIEFING DO PROJETO FINAL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entregar em documento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negócio em uma página (M11)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do meu negócio, com cenários 2026–2028 e 2029 (M3)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executivo do trimestre: 12 indicadores × 3 meses + comentário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do produtor (1 usina) e 3 relatórios de economia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SOP, régua de cobrança e matriz de riscos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8095488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de até 5 minutos apresentando a empresa (opcional no autoestudo)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documento, entregue os itens da tela.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BRIEFING DO PROJETO FINAL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organizar o trabalho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1: usina 2, clientes novos, mês 3 no laboratório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2: relatórios, documentos, vídeo, revisão pela rubrica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em duas semanas: primeiro o laboratório, depois os documentos e a revisão pela rubrica.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projeto será avaliado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a rubrica e os critérios de aprovação e de distinção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critérios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e certificado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COMO O PROJETO SERÁ AVALIADO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critérios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32588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508760"/>
          <a:ext cx="5193792" cy="914400"/>
        </p:xfrm>
        <a:graphic>
          <a:graphicData uri="http://schemas.openxmlformats.org/drawingml/2006/table">
            <a:tbl>
              <a:tblPr/>
              <a:tblGrid>
                <a:gridCol w="2596896"/>
                <a:gridCol w="25968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Operação no laboratório completa e correta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Conta do negócio coerente (números com origem, cenários)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Indicadores e relatórios (precisão e análise)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Gestão: SOP, régua, riscos, plano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Comunicação (clareza, linguagem correta, apresentação)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maior peso é a operação no laboratório. Nos documentos, vale a coerência dos números, a análise e a linguagem correta.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COMO O PROJETO SERÁ AVALIADO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e certificado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70%: aprovado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90%: aprovado com distinção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abaixo de 70%: devolutiva e uma nova entrega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Setenta por cento aprova; noventa, com distinção.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resolvido — três meses de operação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um projeto final completo como referência de qualidade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este projeto ser nota máxima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LABORATÓRIO: EXEMPLO RESOLVIDO — TRÊS MESES DE OPERAÇÃO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este projeto ser nota máxima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batem entre laboratório e documentos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análise, não só descrição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honestos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correta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4322064" y="3429000"/>
            <a:ext cx="354482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538728"/>
            <a:ext cx="2630424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aplicável à vida real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 um projeto nota máxima: números que batem entre o laboratório e os documentos, análise em vez de descrição, riscos honestos e linguagem correta.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EXEMPLO RESOLVIDO — TRÊS MESES DE OPERAÇÃO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ockpi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executivo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empresa no laboratório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laboratório: duas usinas bem ocupadas, vinte e quatro clientes, três meses fechados e nenhum alerta crítico.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documentos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documentos: plano, conta com cenários, relatório do trimestre, relatórios de produtor e de economia, procedimento padrão, régua e riscos.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NA PLATAFORMA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energia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380744" y="1225296"/>
            <a:ext cx="9400032" cy="5319522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gestao_energi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261872"/>
            <a:ext cx="9326880" cy="5246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Etapa 4 · Gestão e estratégia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e próximos passos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Fechar o curso e orientar os primeiros 90 dias da empresa real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primeiros 90 dias da empresa real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com a gente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ENCERRAMENTO E PRÓXIMOS PASSOS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primeiros 90 dias da empresa real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11155680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1–30: validar a conta com números reais da distribuidora · advogado e contador · conversar com 5 produtores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31–60: fechar a primeira usina (due diligence + contrato) · estrutura jurídica · plataforma configurada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Dias 61–90: pré-venda com data honesta · primeiros 30 clientes · rateio · primeiro ciclo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tirar a empresa do papel, siga o plano dos noventa dias da tela: validar a conta, fechar a primeira usina e conquistar os primeiros clientes.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ENCERRAMENTO E PRÓXIMOS PASSOS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com a gente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de ex-alunos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regulatória semestral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53872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condição especial na plataforma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429000"/>
            <a:ext cx="543153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36118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538728"/>
            <a:ext cx="4517136" cy="1655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 assistida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na comunidade e acompanhe as atualizações regulatórias.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554480"/>
            <a:ext cx="1045159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briefing (aula 1) e rubrica em 04-avaliacao-e-certificacao.md.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M12 — Projeto final</dc:title>
  <dc:subject>PptxGenJS Presentation</dc:subject>
  <dc:creator>PptxGenJS</dc:creator>
  <cp:lastModifiedBy>PptxGenJS</cp:lastModifiedBy>
  <cp:revision>1</cp:revision>
  <dcterms:created xsi:type="dcterms:W3CDTF">2026-10-30T12:33:07Z</dcterms:created>
  <dcterms:modified xsi:type="dcterms:W3CDTF">2026-10-30T12:33:07Z</dcterms:modified>
</cp:coreProperties>
</file>