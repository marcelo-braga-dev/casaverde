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Peso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Operação no laboratório completa e correta</c:v>
                  </c:pt>
                  <c:pt idx="1">
                    <c:v>2. Conta do negócio coerente (números com origem, cenários)</c:v>
                  </c:pt>
                  <c:pt idx="2">
                    <c:v>3. Indicadores e relatórios (precisão e análise)</c:v>
                  </c:pt>
                  <c:pt idx="3">
                    <c:v>4. Gestão: SOP, régua, riscos, plano</c:v>
                  </c:pt>
                  <c:pt idx="4">
                    <c:v>5. Comunicação (clareza, linguagem correta, apresentação)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</c:v>
                </c:pt>
                <c:pt idx="1">
                  <c:v>0.2</c:v>
                </c:pt>
                <c:pt idx="2">
                  <c:v>0.2</c:v>
                </c:pt>
                <c:pt idx="3">
                  <c:v>0.2</c:v>
                </c:pt>
                <c:pt idx="4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laboratório, a sua empresa precisa ter: a identidade visual aplicada; duas usinas — a do módulo 4 e uma nova —, cada uma com produtor, proposta e três meses de geração; mais de vinte clientes, misturando empresas e residências, cada um com unidade consumidora, proposta, contrato, vínculo e convite; ocupação entre noventa e noventa e oito por cento em cada usina, sem nenhum cliente com vinte e cinco por cento ou mais; três meses de faturas revisadas e aprovadas, com as pendências resolvidas e justificadas; três meses de cobranças, emitidas e pagas, com pelo menos um ajuste e uma cobrança vencida tratada; e os alertas críticos zerados no fechamento de cada mês. O laboratório tem o checkpoint do módulo 9 para quem precisar de uma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documento, entregue: o plano de negócio em uma página; a conta do negócio, com os cenários de 2026 a 2028 e 2029; o relatório executivo do trimestre, com os doze indicadores nos três meses e um comentário; o relatório de um produtor e três relatórios de economia de clientes; o SOP, a régua de cobrança e a matriz de riscos. E, na turma com acompanhamento, um vídeo de até cinco minutos apresentando a sua empresa, como se fosse para um investidor.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Organize em duas semanas. Na primeira, o laboratório: segunda usina, clientes novos e o terceiro mês de operação. Na segunda, os documentos: relatórios, plano, vídeo, e uma revisão final usando a rubrica, que é o assunto da próxima aula. Use a comunidade: é permitido — e incentivado — trocar ideias com os colegas, desde que cada um entregue a própria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cinco critérios. O primeiro, com trinta por cento, é a operação no laboratório: tudo o que está no checklist existe e está correto — usinas, clientes, ocupação, faturas, cobranças, alertas. O segundo, com vinte por cento, é a conta do negócio: os números são coerentes, têm origem e consideram os cenários do Fio B. O terceiro, com vinte, são os indicadores e relatórios: os números batem com o laboratório e o comentário mostra análise, não só descrição. O quarto, com vinte, é a gestão: SOP, régua de cobrança, matriz de riscos e plano em uma página, aplicáveis à vida real. E o quinto, com dez, é a comunicação: clareza, a linguagem correta — participação, gestão, sem "venda de energia" — e 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setenta por cento ou mais, você é aprovado e recebe o certificado. Com noventa ou mais, o certificado sai com distinção, e o seu projeto pode ser convidado para a vitrine da comunidade. Abaixo de setenta, você recebe uma devolutiva detalhada e tem direito a uma nova entrega. No autoestudo, a avaliação é feita por você mesmo, com a rubrica e um checklist automático, e o certificado de conclusão exige os quizzes e a autoavaliação.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faz este projeto ser nota máxima? Os números batem entre o laboratório e os documentos. O comentário analisa, em vez de só descrever. Os riscos são honestos, incluindo os que preocupam. A linguagem é a correta — participação, gestão, economia calculada. E tudo é aplicável: este plano poderia ser apresentado amanhã a um investidor.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Solaris no laboratório, já com a marca dela. Duas usinas, com ocupação de noventa e quatro e noventa e seis por cento. Vinte e quatro clientes, entre empresas e residências; abra qualquer um e está tudo lá: unidade consumidora, proposta, contrato, vínculo e acesso ao portal. Três meses de faturas, todas aprovadas, com observações nas que tiveram pendência. Três meses de cobranças, com um ajuste justificado e uma vencida tratada com reemissão. E os alertas, sem nenhum crítico.
Agora, os documentos. O plano em uma página, com os nove blocos. A conta do negócio, com os cenários de 2026 a 2029: repare que a Solaris mostra o cenário pessimista e o que faria se ele acontecesse. O relatório executivo do trimestre, com os doze indicadores e um comentário que explica o que aconteceu — por exemplo, a ocupação da usina dois caiu no mês dois por causa de duas saídas, e foi recomposta no mês três com clientes da fila. O relatório do produtor, de uma página. Os relatórios de economia. E o SOP, a régua de cobrança e a matriz de riscos, curtos e aplicáveis.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vai tirar a empresa do papel, um plano para os primeiros noventa dias. Nos primeiros trinta: valide a sua conta com os números reais da sua distribuidora, contrate o advogado e o contador e converse com pelo menos cinco produtores. Do dia trinta e um ao sessenta: feche a primeira usina, com due diligence e contrato, monte a estrutura jurídica e configure a plataforma com a sua marca. Do sessenta e um ao noventa: faça a pré-venda, com data honesta, conquiste os primeiros trinta clientes, envie o rateio e rode o primeiro ciclo. E, se você já tem uma empresa solar, comece pela sua base de orçamentos perdidos.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não termina o curso sozinho. Continue na comunidade de ex-alunos, onde empreendedores de todo o país trocam experiências. Acompanhe as atualizações regulatórias semestrais, incluídas no seu acesso, especialmente as regras do Fio B a partir de 2029 e a reforma tributária. E, quando for operar de verdade, conte com a plataforma que você usou no curso, com condição especial para alunos, e com a implantação assistida, se quiser acompanhamento nos primeiros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Briefing do projeto final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projeto será avaliado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exemplo resolvido — três meses de operação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Encerramento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do projeto final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que o projeto final exige e como organizar o trabalho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Identidade visual da sua empresa aplicada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 usinas (a do M4 + uma nova), com produtor, proposta e 3 meses de geração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20+ clientes (empresas e residências) com UC, proposta, contrato, vínculo e convite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Ocupação de 90–98% em cada usina; nenhum cliente ≥ 25%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faturas revisadas e aprovadas (com pendências resolvidas e justificadas)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cobranças: emitidas, pagas, 1+ ajuste, 1+ vencida tratada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Alertas críticos zerados no fechamento de cada mês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(M11)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negócio, com cenários 2026–2028 e 2029 (M3)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do trimestre: 12 indicadores × 3 meses + comentário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do produtor (1 usina) e 3 relatórios de economia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SOP, régua de cobrança e matriz de riscos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de até 5 minutos apresentando a empresa (opcional no autoestudo)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1: usina 2, clientes novos, mês 3 no laboratório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2: relatórios, documentos, vídeo, revisão pela rubrica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projeto será avaliado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rubrica e os critérios de aprovação e de distinção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60020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Operação no laboratório completa e correta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Conta do negócio coerente (números com origem, cenários)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Indicadores e relatórios (precisão e análise)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Gestão: SOP, régua, riscos, plano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Comunicação (clareza, linguagem correta, apresentação)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70%: aprovado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90%: aprovado com distinção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abaixo de 70%: devolutiva e uma nova entrega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 — três meses de operação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um projeto final completo como referência de qualidade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LABORATÓRIO: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batem entre laboratório e documentos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análise, não só descrição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honestos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correta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aplicável à vida real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ckp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Cockpit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empresa no laboratório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usinas (94% e 96%) · 24 clientes · 3 meses: faturas aprovadas, cobranças pagas · zero críticos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documentos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conta com cenários · relatório do trimestre · produtor · economia · SOP · régua · riscos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próximos passos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curso e orientar os primeiros 90 dias da empresa real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1–30: validar a conta com números reais da distribuidora · advogado e contador · conversar com 5 produtores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31–60: fechar a primeira usina (due diligence + contrato) · estrutura jurídica · plataforma configurada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61–90: pré-venda com data honesta · primeiros 30 clientes · rateio · primeiro ciclo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de ex-alunos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regulatória semestral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 especial na plataforma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implantação assistida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554480"/>
            <a:ext cx="1045159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briefing (aula 1) e rubrica em 04-avaliacao-e-certificacao.md.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M12 — Projeto final</dc:title>
  <dc:subject>PptxGenJS Presentation</dc:subject>
  <dc:creator>PptxGenJS</dc:creator>
  <cp:lastModifiedBy>PptxGenJS</cp:lastModifiedBy>
  <cp:revision>1</cp:revision>
  <dcterms:created xsi:type="dcterms:W3CDTF">2026-10-30T11:40:28Z</dcterms:created>
  <dcterms:modified xsi:type="dcterms:W3CDTF">2026-10-30T11:40:28Z</dcterms:modified>
</cp:coreProperties>
</file>