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usinas estão em cinco lugares, listados na tela. A oportunidade mais rápida costuma ser a usina pronta e subutilizada, cujo dono tem um ativo parado e um financiamento correndo.
Para encontrá-las, use a sua rede, contadores e bancos, associações rurais e os dados públicos da ANEEL. Uma visita à usina vale mais que dez e-mails.
O produtor quer quatro coisas: renda previsível, usina cheia rápido, zero trabalho e transparência. O portal do produtor é um ótimo argumento.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Produtores Solar → Produtores: todo contato vira cadastro com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imóvel e titularidade. Confira prazos, titular e eventuais garantias dadas ao banco.
Segundo: conexão e enquadramento. A data do pedido de acesso diz se a usina é GD um ou dois. E confirme que ela está na distribuidora dos seus clientes.
Terceiro: desempenho. Compare doze meses de geração real com a projeção.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Quarto: equipamentos, manutenção e seguro. Furto de cabos é comum em usinas rurais.
Quinto: o lado comercial e o próprio produtor. No fim, registre a decisão: aprovar, aprovar com condições ou recusar.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que importa ao produtor é o pagamento mensal previsto, que já desconta o desconto dos clientes e a taxa de administração. Mostre o mensal vezes doze como a renda com a usina cheia, para não gerar expectativa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pontos se negociam fora dos números, listados na tela. O mais esquecido é o ramp-up: nenhuma usina enche no primeiro dia, e isso precisa estar combinado.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as objeções, compare sempre o líquido mensal e mostre o seu plano comercial e a transparência do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sete etapas da tela, a mais sensível é a troca de titularidade: sem ela, a entidade não informa o rateio e os créditos não chegam aos clientes. Acompanhe o protocolo de perto. A sequência exata depende da sua estrutura jurídica e da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 pode fazer pré-venda durante o onboarding, com data honesta. Mas o cliente só entra no rateio depois da etapa sete.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Usinas Solar → Onboarding de Usinas cada usina é um cartão arraste para avançar parada há mais de 14 dias = destaque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Produtores Solar, Produtores, crie o produtor: tipo de pessoa, CPF ou CNPJ da lista do curso, nome, contatos e consultor.
Tente cadastrar o mesmo CPF de novo: a plataforma reaproveita o cadastro e evita duplicidade.
Em Produtores Solar, Propostas, crie a proposta: produtor, concessionária, potência, média de geração e prazo. Confira os números com a calculadora.
Gere o PDF: capa com receita mensal, composição do kWh, projeção e condições, na marca da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Usinas Solar, Usinas, cadastre a usina com produtor, consultor e concessionária obrigatórios, potência e média de geração.
Em Geração Mensal, registre três meses. A energia disponível para alocação passa a ser a da usina: use um valor conservador.
Em Gestão de Energia, veja disponível, alocada e saldo. A plataforma não deixa vincular acima do saldo.
Troque para Produtor e confira a usina e a geração no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 ·  ETAPA 3 · OPERAÇÃO PONTA A PONTA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e produtores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Onde estão as usinas: prospecção de produtores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Due diligence da usina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proposta ao produtor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Onboarding da usina em sete etapas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cadastrando o produtor e a proposta de produtor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cadastrando a usina e registrando a geração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e abordar produtores/investidores e usinas disponíveis.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a due diligence de uma usina com checklist (documentos, enquadramento GD, geração, ônus).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e negociar a proposta ao produtor (repasse por kWh, prazo, aluguel fixo/variável, ramp-up).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Conduzir o onboarding da usina em sete etapas, até a troca de titularidade.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produtor, proposta de produtor, usina e geração mensal na plataforma.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as usinas: prospecção de produtores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fontes de usinas e produtores e abordar com a proposta de valor certa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fontes de usinas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encontrar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de valor para o produtor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as usinas: prospecção de produtores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fontes de usinas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Usinas prontas sem clientes (ou subutilizadas)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Donos de terra próxima à cidade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Investidores em busca de renda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Integradoras e EPCs com projetos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Usinas próprias (asset-heavy)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usinas estão em cinco lugares, listados na tela. A oportunidade mais rápida costuma ser a usina pronta e subutilizada, cujo dono tem um ativo parado e um financiamento correndo.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encontrar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de integradoras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e gerentes de banco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Associações rurais e cooperativas agro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e conteúdo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usinas conectadas (dados públicos da ANEEL)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encontrá-las, use a sua rede, contadores e bancos, associações rurais e os dados públicos da ANEEL. Uma visita à usina vale mais que dez e-mails.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de valor para o produtor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 previsível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cheia rápido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trabalho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total (portal do produtor)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produtor quer quatro coisas: renda previsível, usina cheia rápido, zero trabalho e transparência. O portal do produtor é um ótimo argumento.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ONDE ESTÃO AS USINAS: PROSPECÇÃO DE PRODUTORES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50876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F7A23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1463040"/>
            <a:ext cx="98572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Registrando os produtores na plataforma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057400"/>
            <a:ext cx="10634472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Produtores: todo contato vira cadastro com 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primeiro, venda depois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fontes de usinas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renda, usina cheia, zero trabalho, transparência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da usina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um checklist de verificação antes de fechar com um produtor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1: titularidade e imóvel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2: conexão e enquadramento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3: desempenho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4: equipamentos, O&amp;M e seguro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5: comercial e risco do produtor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da usina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1: titularidade e imóvel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Matrícula do imóvel ou contrato de arrendamento do terreno (prazo ≥ contrato com você)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Titular da UC da usina na distribuidora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Ônus: alienação fiduciária, penhora, financiamento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Licenças ambientais e municipais aplicáveis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bloco: imóvel e titularidade. Confira prazos, titular e eventuais garantias dadas ao banco.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2: conexão e enquadramento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Parecer de acesso e data do protocolo do pedido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Data de conexão e vistoria/aprovação da distribuidora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Potência instalada (kWp) e potência do inversor (kW)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Enquadramento: GD I / GD II / risco de GD III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Mesma distribuidora dos seus clientes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Segundo: conexão e enquadramento. A data do pedido de acesso diz se a usina é GD um ou dois. E confirme que ela está na distribuidora dos seus clientes.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3: desempenho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Histórico de geração de 12 meses (faturas da UC da usina e monitoramento)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Geração real × projetada (desvio aceitável?)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Paradas e falhas registradas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Terceiro: desempenho. Compare doze meses de geração real com a projeção.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da usina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4: equipamentos, O&amp;M e seguro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Marca/modelo de módulos e inversores, garantias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de operação e manutenção (O&amp;M): limpeza, inspeção, tempo de resposta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Seguro (riscos, roubo, responsabilidade civil)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ART/projeto e as-built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Quarto: equipamentos, manutenção e seguro. Furto de cabos é comum em usinas rurais.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5: comercial e risco do produtor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Créditos/contratos atuais (há clientes? há outra gestora?)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Expectativa do produtor (R$/mês, prazo, fixo × variável)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Situação do produtor (dívidas, litígios, sucessão)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Decisão: aprovar · aprovar com condições · recusar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Quinto: o lado comercial e o próprio produtor. No fim, registre a decisão: aprovar, aprovar com condições ou recusar.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blocos: titularidade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conexão/enquadramento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equipamentos/O&amp;M/seguro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ao produtor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e negociar a proposta ao produtor, entendendo cada número que a plataforma calcula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da proposta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pontos de negociação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comuns do produtor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 PROPOSTA AO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da proposta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geração: 60.000 kWh/mês → 720.000 kWh/ano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GD (crédito): R$ 0,68 · Redução ao consumidor: 20% (R$ 0,136) · Taxa de administração: 15% (R$ 0,102)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pago ao produtor: R$ 0,442/kWh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anual bruto: R$ 489.600 · Líquido (após taxa): R$ 416.160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mensal previsto: R$ 26.520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que importa ao produtor é o pagamento mensal previsto, que já desconta o desconto dos clientes e a taxa de administração. Mostre o mensal vezes doze como a renda com a usina cheia, para não gerar expectativa errada.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 PROPOSTA AO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pontos de negociação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do contrato (ex.: 5 a 10 anos) e renovação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variável, fixo ou misto (mínimo garantido)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Ramp-up: meses para encher a usina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paga O&amp;M e seguro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 e reequilíbrio regulatório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antecipada e transição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pontos se negociam fora dos números, listados na tela. O mais esquecido é o ramp-up: nenhuma usina enche no primeiro dia, e isso precisa estar combinado.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 PROPOSTA AO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comuns do produtor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'Outra gestora paga mais' → compare o líquido mensal e o histórico de ocupação e inadimplência dela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aluguel fixo' → fixo com valor menor, ou misto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53872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 se a usina não encher?' → ramp-up com plano comercial e metas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42900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53872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'Como sei o que acontece?' → portal do produtor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as objeções, compare sempre o líquido mensal e mostre o seu plano comercial e a transparência do portal.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= números claros + 6 pontos de negociação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sempre o líquido mensal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da usina em sete etapas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Conduzir a usina do "sim" do produtor até estar pronta para receber clientes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sete etapas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durante o onboarding?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ONBOARDING DA USINA EM SETE ETAPAS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sete etapas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Análise de documentos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Assinatura de contrato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Ficha de inscrição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Contrato de adesão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63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Contrato de aluguel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Troca de titularidade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Concluído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sete etapas da tela, a mais sensível é a troca de titularidade: sem ela, a entidade não informa o rateio e os créditos não chegam aos clientes. Acompanhe o protocolo de perto. A sequência exata depende da sua estrutura jurídica e da distribuidora.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ONBOARDING DA USINA EM SETE ETAPAS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durante o onboarding?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Pré-venda com data honesta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só entra no rateio depois da etapa 7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pode fazer pré-venda durante o onboarding, com data honesta. Mas o cliente só entra no rateio depois da etapa sete.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ONBOARDING DA USINA EM SETE ETAPAS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onboard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 usinas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quadro de onboarding na plataforma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Onboarding de Usinas · cada usina é um cartão · arraste para avançar · parada há mais de 14 dias = destaque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etapas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titularidade é a mais demorada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 só depois de concluído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produtor e a proposta de produtor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um produtor sem duplicidade e gerar a proposta de produtor com PDF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CADASTRANDO O PRODUTOR E A PROPOSTA DE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produtor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o produtor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Produtores Solar, Produtores, crie o produtor: tipo de pessoa, CPF ou CNPJ da lista do curso, nome, contatos e consultor.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proteção contra duplicidade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Tente cadastrar o mesmo CPF de novo: a plataforma reaproveita o cadastro e evita duplicidade.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Gerando a proposta de produtor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Produtores Solar, Propostas, crie a proposta: produtor, concessionária, potência, média de geração e prazo. Confira os números com a calculadora.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PDF da proposta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o PDF: capa com receita mensal, composição do kWh, projeção e condições, na marca da sua empresa.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produtor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proposta_produ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Etapa 3 · Operação ponta a ponta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usina e registrando a geração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a usina vinculada a produtor e consultor, registrar geração mensal e entender a energia disponível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CADASTRANDO A USINA E REGISTRANDO A GERAÇÃO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geraca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mensal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usina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Usinas Solar, Usinas, cadastre a usina com produtor, consultor e concessionária obrigatórios, potência e média de geração.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Registrando a geração mensal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Geração Mensal, registre três meses. A energia disponível para alocação passa a ser a da usina: use um valor conservador.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Energia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Gestão de Energia, veja disponível, alocada e saldo. A plataforma não deixa vincular acima do saldo.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produtor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para Produtor e confira a usina e a geração no portal.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energia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gestao_energi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1–2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destes é o melhor sinal de uma usina "pronta para operar"?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 disponível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conectada com parecer de acesso e histórico de geração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de painéis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 de construção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verificar a data do pedido de acesso?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se é GD I ou GD II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a cor dos painéis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exigência do banco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3–4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usina dada em garantia a um banco (alienação fiduciária) exige: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 ônus e anuência do credor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distribuidora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proposta da plataforma, o repasse por kWh ao produtor é: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− desconto do consumidor − taxa de administração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+ taxa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cheia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5–6 DE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troca de titularidade da UC da usina transfere a titularidade para: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gestora sempre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plataforma, a energia disponível da usina para alocação vem de: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potência × 30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de clientes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tarifa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SUAS RESPOSTAS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do 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Usina conectada com parecer de acesso e histórico de geração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Para saber se é GD I ou GD II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atenção a ônus e anuência do credor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crédito − desconto do consumidor − taxa de administração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-) 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-)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Uma usina tem pedido de acesso protocolado em março/2023 e potência de 800 kW. Ela é GD I? Que risco existe se um único cliente ficar com 30% dos créditos?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Usina de 75.000 kWh/mês, crédito R$ 0,68, desconto 20%, taxa 15%. Repasse anual bruto ao produtor?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Liste 5 documentos que você pediria antes de assinar com um produtor.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546811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54480"/>
            <a:ext cx="482803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usina da minha empresa no laboratório: produtor cadastrado, proposta de produtor gerada (PDF), usina cadastrada vinculada ao produtor e ao consultor, 3 meses de geração registrados. Mais o checklist de due diligence preenchido para uma usina real ou hipotética da sua região.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— Usinas e produtores</dc:title>
  <dc:subject>PptxGenJS Presentation</dc:subject>
  <dc:creator>PptxGenJS</dc:creator>
  <cp:lastModifiedBy>PptxGenJS</cp:lastModifiedBy>
  <cp:revision>1</cp:revision>
  <dcterms:created xsi:type="dcterms:W3CDTF">2026-10-30T12:33:05Z</dcterms:created>
  <dcterms:modified xsi:type="dcterms:W3CDTF">2026-10-30T12:33:05Z</dcterms:modified>
</cp:coreProperties>
</file>