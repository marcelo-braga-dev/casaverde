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Existem cinco fontes principais. A primeira, e a mais rápida, são as usinas prontas sem clientes, ou com clientes de menos. Nos últimos anos, muita gente construiu usinas acreditando que encheria rápido, e não conseguiu: falta estrutura comercial e de gestão. Esse dono tem um ativo parado e um financiamento correndo. Para ele, você é a solução. E, se a usina for antiga, pode ser GD um, o que vale ouro. A segunda fonte são os donos de terra perto das cidades: sítios, chácaras, fazendas com área plana e rede elétrica próxima. Eles podem construir a usina, com financiamento, ou arrendar a terra para um investidor. A terceira são os investidores em busca de renda: médicos, empresários, famílias com patrimônio, que querem algo mais rentável que a renda fixa e mais palpável que a bolsa. A quarta são as integradoras e EPCs, que têm projetos e clientes investidores, mas não querem fazer a gestão. E a quinta são as suas próprias usinas, no modelo asset-heavy.
Onde encontrar essas pessoas? Se você já tem empresa solar, a sua carteira é o primeiro lugar: clientes que investiram em sistemas grandes são potenciais investidores. Converse com contadores e gerentes de banco: eles conhecem quem tem capital procurando investimento. Para terra e produtores rurais, associações rurais, sindicatos e cooperativas agrícolas. Faça conteúdo e anúncios voltados a investidores: "renda com usina solar, com gestão completa". E use os dados públicos: a ANEEL disponibiliza informações sobre as usinas de geração distribuída conectadas, por distribuidora e município, o que ajuda a mapear quem já tem usina na sua região. Uma visita a uma usina, com o dono, vale mais do que dez e-mails.
O que o produtor quer ouvir? Quatro coisas. Renda previsível: quanto ele recebe por mês, com a conta feita, como você vai aprender na aula 3. Usina cheia rápido: qual é o seu plano comercial e em quantos meses você aloca toda a energia. Zero trabalho: ele não quer lidar com cliente, fatura, cobrança, inadimplência, distribuidora. E transparência: ele quer ver o que acontece com a usina dele. É aqui que a plataforma vira argumento de venda: o produtor tem um portal próprio, com a usina e a geração mês a mês. Mostre isso na reunião. Um produtor que confia na gestora renova o contrato e indica outros produtores.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Desde o primeiro contato, registre o produtor na plataforma, em Produtores Solar. Ele entra como prospect e avança de status conforme a negociação. Cada produtor fica na carteira do consultor que o trouxe. Isso parece burocracia no início, mas, com vinte negociações em paralelo, é o que impede que um produtor interessado fique esquecido.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Resumindo: garanta a energia antes de vender. As usinas estão em cinco lugares, e a melhor oportunidade costuma ser a usina pronta e subutilizada. O produtor quer renda, usina cheia, zero trabalho e transparência. Na próxima aula, como verificar se uma usina é segura antes de assinar.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Primeiro bloco: titularidade e imóvel. Peça a matrícula atualizada do imóvel ou, se o terreno é arrendado, o contrato de arrendamento, e confira o prazo: ele precisa ser pelo menos tão longo quanto o contrato que você vai assinar. Confira quem é o titular da unidade consumidora da usina na distribuidora. Verifique ônus: muitas usinas são financiadas, e os equipamentos ou os recebíveis podem estar dados em garantia ao banco. Isso não impede o negócio, mas pode exigir a anuência do banco. E verifique as licenças ambientais e municipais exigidas no seu estado e no município. Esse bloco é, idealmente, revisado pelo seu advogado.
Segundo bloco: conexão e enquadramento. Peça o parecer de acesso e a data em que o pedido de acesso foi protocolado — é ela que diz se a usina é GD um ou GD dois. Confirme a data de conexão e a aprovação da distribuidora. Anote a potência instalada dos painéis e a potência dos inversores: lembre que os limites de micro e minigeração e a regra dos quinhentos quilowatts consideram a potência da instalação conforme a regulação. Avalie o risco de enquadramento no GD três, se a usina passar de quinhentos quilowatts. E, por fim, uma pergunta óbvia que às vezes é esquecida: a usina está na área da mesma distribuidora dos clientes que você vai atender?
Terceiro bloco: desempenho. Peça o histórico de geração dos últimos doze meses, de duas fontes: as faturas da unidade consumidora da usina, que mostram a energia injetada medida pela distribuidora, e o sistema de monitoramento do inversor. Compare com a projeção do projeto. Uma geração real dez por cento abaixo do projetado pode significar sujeira, sombra, problema de equipamento ou um projeto otimista. E pergunte sobre paradas: quantas vezes a usina ficou sem gerar, e por quanto tempo. Se a usina é nova e não tem histórico, use a projeção com um desconto de segurança na hora de alocar clientes.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Quarto bloco: equipamentos, manutenção e seguro. Anote marca e modelo dos módulos e inversores e as garantias. Verifique se existe contrato de operação e manutenção: quem limpa os painéis, com que frequência, qual o tempo de resposta quando um inversor para. Verifique o seguro: furto de cabos e equipamentos é comum em usinas rurais. E peça a documentação técnica: projeto, responsável técnico e o as-built, o desenho de como foi realmente construída.
Quinto bloco: comercial e risco do produtor. A usina já tem clientes? Já existe outra gestora com contrato vigente? Qual é a expectativa do produtor de renda e de prazo? E a situação do próprio produtor: dívidas, processos, questões de sucessão familiar. Ao final, tome uma decisão formal: aprovar, aprovar com condições — por exemplo, "desde que o seguro seja contratado" — ou recusar. Guarde o checklist preenchido junto com os documentos. Ele protege você se algo der errado no futuro.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Resumindo: a due diligence tem cinco blocos — titularidade e imóvel, conexão e enquadramento, desempenho, equipamentos e seguro, e o lado comercial. O checklist completo está nos materiais. Preencha para uma usina da sua região — esse é parte do entregável do módulo. Na próxima aula, a proposta ao produtor.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ler a proposta da usina Sol Nascente I. Ela parte da média de geração mensal, sessenta mil quilowatts-hora, que dá setecentos e vinte mil por ano. Usa a tarifa GD da distribuidora, aquele valor do crédito que você cadastrou no módulo 2: sessenta e oito centavos. Mostra a redução para o consumidor, vinte por cento, e a taxa de administração, quinze por cento. Daí sai o valor pago ao produtor por quilowatt-hora: quarenta e quatro centavos e dois décimos. A proposta também mostra o pagamento anual bruto, que é toda a geração multiplicada pelo valor do crédito, e o líquido, depois da taxa de administração. E o número que o produtor mais quer ver: o pagamento mensal previsto, vinte e seis mil, quinhentos e vinte reais. Uma atenção: o pagamento mensal previsto já desconta o desconto dado aos clientes e a taxa de administração. É ele que deve ser comparado com a expectativa do produtor. Repare que o pagamento anual líquido da proposta desconta só a taxa de administração, e não o desconto dos clientes; por isso ele é maior do que doze vezes o mensal previsto. Na reunião, mostre ao produtor o mensal previsto vezes doze — trezentos e dezoito mil, duzentos e quarenta reais por ano — como a renda esperada com a usina cheia, para não gerar expectativa errada.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Fora dos números, seis pontos são negociados. O prazo: contratos de cinco a dez anos são comuns, e prazos mais longos dão segurança para você investir na carteira de clientes. A forma do aluguel: variável, fixo ou misto, como vimos no módulo 3. O ramp-up: nenhuma usina enche no primeiro dia. Combine um período, por exemplo seis meses, em que o produtor recebe apenas pela energia efetivamente alocada; e apresente o seu plano comercial para esse período. Quem paga a manutenção e o seguro: normalmente o produtor, como dono do ativo, mas há modelos em que a gestora contrata e desconta. O reajuste: o repasse acompanha automaticamente o valor do crédito, que muda com a tarifa e o Fio B; deixe isso claro, com a cláusula de reequilíbrio. E a saída: o que acontece se uma das partes quiser encerrar antes, com aviso prévio e um plano de transição dos clientes — os clientes não podem ficar sem energia de um mês para o outro.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Algumas objeções vão aparecer. "Outra gestora paga mais por quilowatt-hora." Peça para comparar o líquido mensal, depois de todas as taxas, e pergunte sobre a ocupação real e a inadimplência das usinas dela: pagar muito por quilowatt-hora numa usina meio vazia rende menos. "Quero aluguel fixo." Possível, mas com um valor menor, porque você está assumindo o risco; ou proponha um modelo misto. "E se a usina não encher?" Mostre o seu plano comercial, com metas mensais de alocação. "Como vou saber o que está acontecendo?" Mostre o portal do produtor, com geração e usina. Transparência fecha contrato.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Resumindo: a proposta mostra geração, valor do crédito, desconto do consumidor, taxa de administração e o pagamento mensal previsto. Fora dela, negocie prazo, forma do aluguel, ramp-up, manutenção e seguro, reajuste e saída. No laboratório da aula 5, você vai gerar essa proposta na plataforma. Antes, na próxima aula, as sete etapas para colocar a usina em operação depois do sim do produtor.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Etapa um: análise de documentos. É a due diligence da aula 2, com o checklist preenchido e a decisão formal de aprovar. Etapa dois: assinatura do contrato entre o produtor e a sua empresa, com os pontos negociados: prazo, remuneração, ramp-up, manutenção, saída. Etapa três: ficha de inscrição. O produtor, ou a usina, é inscrito na entidade que vai deter a usina — o consórcio, a cooperativa ou a associação —, com os dados cadastrais. Etapa quatro: contrato de adesão à entidade, formalizando a participação conforme o estatuto ou o contrato da entidade. Etapa cinco: contrato de aluguel, ou de locação, da usina para a entidade. É ele que dá à entidade o direito de usar a usina e que define o pagamento ao produtor. Etapa seis: troca de titularidade da unidade consumidora da usina na distribuidora, que passa a ficar em nome da entidade. Sem essa etapa, a entidade não pode informar a lista de rateio, e os créditos não chegam aos seus clientes. É a etapa que mais demora, porque depende da distribuidora: acompanhe o protocolo e os prazos. E etapa sete: concluído. A usina está pronta para receber a lista de rateio com os clientes. Atenção: a ordem e os nomes podem variar conforme a estrutura jurídica que você escolheu e o procedimento da sua distribuidora; o seu advogado ajusta essa sequência ao seu caso.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Posso começar a vender enquanto a usina está no onboarding? Pode, se for honesto com o cliente sobre a data prevista de início dos créditos e se o contrato prever isso. O que não pode é incluir clientes no rateio antes da troca de titularidade estar concluída — simplesmente não vai funcionar. A pré-venda bem feita encurta o ramp-up da usina.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plataforma, essas etapas estão no quadro de onboarding, em Usinas Solar, Onboarding de Usinas. Cada usina é um cartão, com o produtor, a potência e a distribuidora. Toda usina nova cadastrada entra automaticamente na primeira coluna, análise de documentos. Conforme as etapas são concluídas, você arrasta o cartão para a coluna seguinte — ou, se preferir, usa o seletor "mover para" do próprio cartão. Cada cartão mostra há quantos dias está naquela etapa, e o que passa de duas semanas parado fica em destaque, para ninguém esquecer. As usinas concluídas ficam visíveis por trinta dias e depois saem do quadro. Numa reunião semanal, esse quadro mostra de relance onde cada usina está travada e o que precisa ser cobrado de quem.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Resumindo: são sete etapas, da análise de documentos até a usina concluída, e a troca de titularidade é a mais sensível. Nas próximas duas aulas, você vai para o laboratório cadastrar o produtor, a proposta e a usina.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Abra Produtores Solar e depois Produtores. Clique para cadastrar um novo produtor. Escolha pessoa física ou jurídica. Informe o CPF ou o CNPJ — use os documentos fictícios da lista do curso, porque a plataforma valida os dígitos verificadores. Preencha o nome, o celular e o e-mail, e escolha o consultor responsável. Salve. Repare em duas coisas. O produtor recebeu um código, a letra P seguida de um número, e entrou com o status de prospect. E a plataforma já criou para ele a regra de taxa de administração com o padrão que você configurou no módulo 3, de quinze por cento.
Agora, teste: tente cadastrar outro produtor com o mesmo CPF. A plataforma avisa que o produtor já existe e reaproveita o cadastro. Isso evita um problema clássico de empresas com vários vendedores: dois consultores cadastrando o mesmo produtor e brigando pela comissão, ou duas propostas diferentes para a mesma pessoa.
Agora abra Produtores Solar, Propostas, e crie uma nova proposta. Selecione o produtor que você acabou de cadastrar. Escolha a concessionária: é dela que vem o valor do crédito, a tarifa GD que você cadastrou no módulo 2. Informe a potência da usina, quinhentos kWp, e a média de geração mensal, sessenta mil quilowatts-hora. Informe o prazo de locação e o endereço da usina. Salve e abra a proposta. Aqui estão os números da aula 3: o valor do crédito, a redução para o consumidor, a dedução de operacionalização — que é a taxa de administração —, o valor pago ao produtor por quilowatt-hora, os pagamentos anuais e o pagamento mensal previsto. Confira se batem com a sua calculadora. Se não baterem, verifique a tarifa GD da concessionária e as configurações padrão.
Clique para gerar o PDF. A proposta sai com a identidade visual da sua empresa: capa com a receita mensal, a composição do quilowatt-hora — mostrando para o produtor, com transparência, quanto vai para o cliente, quanto para a gestão e quanto para ele —, a projeção de receita ao longo dos anos e as condições. O link do PDF expira depois de algumas horas, por segurança: baixe o arquivo para enviar. Esse documento é o que você leva para a reunião com o produtor.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Abra Usinas Solar, Usinas, e cadastre uma nova usina. Dê um nome — por exemplo, o nome da sua empresa seguido de "Usina um". Em Produtor Proprietário, busque o produtor que você cadastrou na aula anterior. Esse campo é obrigatório: na plataforma, toda usina pertence a um produtor. Em Consultor Responsável, escolha o consultor que cuida dessa usina; ele também é obrigatório. Escolha a concessionária — a mesma em que os seus clientes vão estar. O grupo de usina é opcional e serve para agrupar usinas, por exemplo por região ou por entidade. Preencha a potência, a média de geração, o prazo de locação e, se tiver, os dados de inversores e módulos, que ajudam a manutenção. E o status: enquanto a usina estiver no onboarding, deixe num status que indique isso; quando concluir as sete etapas, marque como ativa. Salve.
Agora, a geração. Abra Usinas Solar, Geração Mensal, e crie um registro. Escolha a usina, o ano e o mês. São quatro números. Energia gerada, a que os inversores produziram. Energia injetada, a que a distribuidora mediu entrando na rede — é a base dos créditos. Energia compensada, a que efetivamente abateu o consumo dos clientes no mês. E energia disponível para alocação: quanto você considera que essa usina pode distribuir entre os clientes. Esse último número é o mais importante para a operação, porque, ao salvar, ele passa a ser a energia disponível da usina, usada para controlar quanto ainda pode ser vendido. Use um número conservador: a média, não o melhor mês. Para o exercício, registre três meses, com gerações um pouco diferentes, para simular a sazonalidade. Repare na opção de avisar o produtor por WhatsApp: na operação real, ela gera uma mensagem pronta para o produtor saber a geração do mês. No laboratório, deixe desmarcada.
Abra agora Usinas Solar, Gestão de Energia. Aqui você vê, para cada usina, a energia disponível, a energia já alocada aos clientes e o saldo. Como você ainda não tem clientes vinculados, a alocada é zero e o saldo é toda a energia disponível. Este é o painel que o seu time comercial vai olhar todos os dias: o saldo é o que ainda pode ser vendido. E a plataforma protege você de duas formas: ela não deixa vincular a um cliente mais energia do que o saldo da usina; e, se depois a geração cair e a energia já alocada passar da disponível, a varredura de alertas acusa um alerta crítico. Vamos testar as duas coisas de propósito no módulo 6.
Troque para o perfil Produtor. É isso que o dono da usina vê: a usina e o histórico de geração que você acabou de registrar. Toda vez que você registra a geração do mês, o produtor passa a ver. É a transparência que você prometeu na proposta.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7A23B"/>
          </a:solidFill>
          <a:ln/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00200" y="566928"/>
            <a:ext cx="7315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
</a:t>
            </a:r>
            <a:pPr indent="0" marL="0">
              <a:buNone/>
            </a:pPr>
            <a:r>
              <a:rPr lang="en-US" sz="13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Formação em Energia por Assinatura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40080" y="19202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 ·  ETAPA 3 · OPERAÇÃO PONTA A PONTA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Usinas e produtores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3657600"/>
            <a:ext cx="658368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Onde estão as usinas: prospecção de produtores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Due diligence da usina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 proposta ao produtor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Onboarding da usina em sete etapas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cadastrando o produtor e a proposta de produtor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cadastrando a usina e registrando a geração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589520" y="3657600"/>
            <a:ext cx="3977640" cy="2743200"/>
          </a:xfrm>
          <a:prstGeom prst="roundRect">
            <a:avLst>
              <a:gd name="adj" fmla="val 3333"/>
            </a:avLst>
          </a:prstGeom>
          <a:solidFill>
            <a:srgbClr val="11396F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0" y="3749040"/>
            <a:ext cx="3611880" cy="2560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final do módulo
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Encontrar e abordar produtores/investidores e usinas disponíveis.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Fazer a due diligence de uma usina com checklist (documentos, enquadramento GD, geração, ônus).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Montar e negociar a proposta ao produtor (repasse por kWh, prazo, aluguel fixo/variável, ramp-up).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Conduzir o onboarding da usina em sete etapas, até a troca de titularidade.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Cadastrar produtor, proposta de produtor, usina e geração mensal na plataforma.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estão as usinas: prospecção de produtores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Identificar fontes de usinas e produtores e abordar com a proposta de valor certa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cinco fontes de usinas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encontrar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proposta de valor para o produtor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estão as usinas: prospecção de produtores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cinco fontes de usinas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Usinas prontas sem clientes (ou subutilizadas)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Donos de terra próxima à cidade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Investidores em busca de renda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Integradoras e EPCs com projetos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Usinas próprias (asset-heavy)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encontrar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611624" y="2286000"/>
            <a:ext cx="2965704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 de integradoras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Contadores e gerentes de banco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Associações rurais e cooperativas agro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Anúncios e conteúdo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 de usinas conectadas (dados públicos da ANEEL)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proposta de valor para o produtor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8400288" y="2286000"/>
            <a:ext cx="2965704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Renda previsível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 cheia rápido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trabalho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Transparência total (portal do produtor)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ONDE ESTÃO AS USINAS: PROSPECÇÃO DE PRODUTORES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1508760"/>
            <a:ext cx="822960" cy="384048"/>
          </a:xfrm>
          <a:prstGeom prst="roundRect">
            <a:avLst>
              <a:gd name="adj" fmla="val 47619"/>
            </a:avLst>
          </a:prstGeom>
          <a:solidFill>
            <a:srgbClr val="F7A23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1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645920" y="1463040"/>
            <a:ext cx="9857232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Registrando os produtores na plataforma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77240" y="2057400"/>
            <a:ext cx="10634472" cy="4069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Produtores Solar → Produtores: todo contato vira cadastro com status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primeiro, venda depois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fontes de usinas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renda, usina cheia, zero trabalho, transparência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Due diligence da usina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um checklist de verificação antes de fechar com um produtor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Bloco 1: titularidade e imóvel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Bloco 2: conexão e enquadramento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Bloco 3: desempenho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Bloco 4: equipamentos, O&amp;M e seguro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Bloco 5: comercial e risco do produtor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Due diligence da usina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Bloco 1: titularidade e imóvel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Matrícula do imóvel ou contrato de arrendamento do terreno (prazo ≥ contrato com você)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Titular da UC da usina na distribuidora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Ônus: alienação fiduciária, penhora, financiamento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Licenças ambientais e municipais aplicáveis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Bloco 2: conexão e enquadramento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611624" y="2286000"/>
            <a:ext cx="2965704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Parecer de acesso e data do protocolo do pedido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Data de conexão e vistoria/aprovação da distribuidora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Potência instalada (kWp) e potência do inversor (kW)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Enquadramento: GD I / GD II / risco de GD III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Mesma distribuidora dos seus clientes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Bloco 3: desempenho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8400288" y="2286000"/>
            <a:ext cx="2965704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Histórico de geração de 12 meses (faturas da UC da usina e monitoramento)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Geração real × projetada (desvio aceitável?)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Paradas e falhas registradas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Due diligence da usina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Bloco 4: equipamentos, O&amp;M e seguro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4860036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Marca/modelo de módulos e inversores, garantias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Contrato de operação e manutenção (O&amp;M): limpeza, inspeção, tempo de resposta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Seguro (riscos, roubo, responsabilidade civil)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ART/projeto e as-built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Bloco 5: comercial e risco do produtor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505956" y="2286000"/>
            <a:ext cx="4860036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Créditos/contratos atuais (há clientes? há outra gestora?)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Expectativa do produtor (R$/mês, prazo, fixo × variável)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Situação do produtor (dívidas, litígios, sucessão)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Decisão: aprovar · aprovar com condições · recusar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blocos: titularidade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conexão/enquadramento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desempenho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equipamentos/O&amp;M/seguro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comercial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proposta ao produtor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Montar e negociar a proposta ao produtor, entendendo cada número que a plataforma calcula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números da proposta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pontos de negociação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Objeções comuns do produtor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A PROPOSTA AO PRODUTOR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números da proposta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Média de geração: 60.000 kWh/mês → 720.000 kWh/ano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Tarifa GD (crédito): R$ 0,68 · Redução ao consumidor: 20% (R$ 0,136) · Taxa de administração: 15% (R$ 0,102)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pago ao produtor: R$ 0,442/kWh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Pagamento anual bruto: R$ 489.600 · Líquido (após taxa): R$ 416.160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Pagamento mensal previsto: R$ 26.520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A PROPOSTA AO PRODUTOR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pontos de negociação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Prazo do contrato (ex.: 5 a 10 anos) e renovação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Aluguel variável, fixo ou misto (mínimo garantido)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Ramp-up: meses para encher a usina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paga O&amp;M e seguro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Reajuste e reequilíbrio regulatório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Saída antecipada e transição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A PROPOSTA AO PRODUTOR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Objeções comuns do produtor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'Outra gestora paga mais' → compare o líquido mensal e o histórico de ocupação e inadimplência dela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'Quero aluguel fixo' → fixo com valor menor, ou misto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'E se a usina não encher?' → ramp-up com plano comercial e metas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'Como sei o que acontece?' → portal do produtor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= números claros + 6 pontos de negociação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sempre o líquido mensal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 da usina em sete etapas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Conduzir a usina do "sim" do produtor até estar pronta para receber clientes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sete etapas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Vender durante o onboarding?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ONBOARDING DA USINA EM SETE ETAPAS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sete etapas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48640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Análise de documentos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Assinatura de contrato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Ficha de inscrição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Contrato de adesão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263640" y="1325880"/>
            <a:ext cx="548640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Contrato de aluguel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Troca de titularidade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Concluído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ONBOARDING DA USINA EM SETE ETAPAS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Vender durante o onboarding?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Pré-venda com data honesta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só entra no rateio depois da etapa 7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ONBOARDING DA USINA EM SETE ETAPAS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onboardin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 de usinas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quadro de onboarding na plataforma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Usinas Solar → Onboarding de Usinas · cada usina é um cartão · arraste para avançar · parada há mais de 14 dias = destaque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etapas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troca de titularidade é a mais demorada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rateio só depois de concluído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na plataforma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cadastrando o produtor e a proposta de produtor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Cadastrar um produtor sem duplicidade e gerar a proposta de produtor com PDF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CADASTRANDO O PRODUTOR E A PROPOSTA DE PRODUTOR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produtore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Produtores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Cadastrando o produtor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Produtores Solar → Produtores → Novo · Pessoa Física/Jurídica · CPF/CNPJ · Nome · Contato · Consultor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proteção contra duplicidade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Mesmo CPF/CNPJ = mesmo produtor (sem duplicar)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Gerando a proposta de produtor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Produtores Solar → Propostas → Nova · Produtor · Concessionária · Potência · Média de Geração · Prazo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PDF da proposta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 pronto para enviar: receita mensal · composição do kWh · projeção · condições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NA PLATAFORMA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de produtor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380744" y="1225296"/>
            <a:ext cx="9400032" cy="5319522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proposta_produto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261872"/>
            <a:ext cx="9326880" cy="524637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na plataforma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cadastrando a usina e registrando a geração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Cadastrar a usina vinculada a produtor e consultor, registrar geração mensal e entender a energia disponível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CADASTRANDO A USINA E REGISTRANDO A GERAÇÃO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geraca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mensal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Cadastrando a usina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 usina tem dono (produtor) e responsável (consultor)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Registrando a geração mensal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gerada · injetada · compensada · disponível para alocação · A energia disponível registrada passa a ser a da usina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de Energia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Disponível − Alocada = Saldo para vender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visão do produtor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produtor acompanha a usina e a geração no portal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NA PLATAFORMA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de energia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380744" y="1225296"/>
            <a:ext cx="9400032" cy="5319522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gestao_energi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261872"/>
            <a:ext cx="9326880" cy="524637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Fechamento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FECHAMENTO DO MÓDULO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Pratique e entregue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48640" y="1783080"/>
            <a:ext cx="5394960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Uma usina tem pedido de acesso protocolado em março/2023 e potência de 800 kW. Ela é GD I? Que risco existe se um único cliente ficar com 30% dos créditos?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Usina de 75.000 kWh/mês, crédito R$ 0,68, desconto 20%, taxa 15%. Repasse anual bruto ao produtor?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Liste 5 documentos que você pediria antes de assinar com um produtor.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172200" y="1325880"/>
            <a:ext cx="5468112" cy="4937760"/>
          </a:xfrm>
          <a:prstGeom prst="roundRect">
            <a:avLst>
              <a:gd name="adj" fmla="val 1852"/>
            </a:avLst>
          </a:prstGeom>
          <a:solidFill>
            <a:srgbClr val="1B3A6B"/>
          </a:solidFill>
          <a:ln/>
        </p:spPr>
      </p:sp>
      <p:sp>
        <p:nvSpPr>
          <p:cNvPr id="12" name="Text 9"/>
          <p:cNvSpPr/>
          <p:nvPr/>
        </p:nvSpPr>
        <p:spPr>
          <a:xfrm>
            <a:off x="6492240" y="1554480"/>
            <a:ext cx="4828032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ENTREGÁVEL DO MÓDULO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primeira usina da minha empresa no laboratório: produtor cadastrado, proposta de produtor gerada (PDF), usina cadastrada vinculada ao produtor e ao consultor, 3 meses de geração registrados. Mais o checklist de due diligence preenchido para uma usina real ou hipotética da sua região.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GD Solar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M4 — Usinas e produtores</dc:title>
  <dc:subject>PptxGenJS Presentation</dc:subject>
  <dc:creator>PptxGenJS</dc:creator>
  <cp:lastModifiedBy>PptxGenJS</cp:lastModifiedBy>
  <cp:revision>1</cp:revision>
  <dcterms:created xsi:type="dcterms:W3CDTF">2026-10-30T11:40:27Z</dcterms:created>
  <dcterms:modified xsi:type="dcterms:W3CDTF">2026-10-30T11:40:27Z</dcterms:modified>
</cp:coreProperties>
</file>