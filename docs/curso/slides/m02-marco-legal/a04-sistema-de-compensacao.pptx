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Agora vamos ao mecanismo que faz tudo funcionar: o sistema de compensação. Você vai entender o caminho de um crédito de energia, desde a usina até a conta do cliente, e os detalhes que fazem a diferença na operação do dia a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Como o crédito nasce (0:40–3:00)
Visual: ANIMAÇÃO: medidor bidirecional da usina contando kWh injetados; os kWh viram "fichas" de crédito.
Narração:
Tudo começa no medidor bidirecional da usina. Durante o mês, ele registra quanta energia foi injetada na rede e quanta foi consumida da rede pela própria unidade da usina — que, numa usina no solo, é pouca coisa, como a iluminação e os equipamentos auxiliares. A diferença é o excedente, que vira crédito. E um detalhe fundamental: o crédito é em quilowatt-hora, não em reais. A usina gera, digamos, sessenta mil quilowatts-hora de créditos no mês. Esses créditos vão abater quilowatts-hora consumidos pelos clientes. O valor em reais aparece só quando a distribuidora fatura cada cliente, aplicando a tarifa e as regras da transição do Fio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O rateio entre os participantes (3:00–6:30)
Visual: ANIMAÇÃO: as fichas de crédito se dividindo entre clientes por percentuais: Padaria 4%, Clínica 6,5%, Residência 0,8%...
Narração:
Na geração compartilhada, os créditos precisam ser divididos entre os participantes. Isso é feito pelo rateio: a entidade informa à distribuidora uma lista com as unidades consumidoras beneficiárias e o percentual dos créditos que cada uma recebe. Por exemplo: a padaria recebe quatro por cento, a clínica seis e meio por cento, a residência zero vírgula oito por cento, e assim por diante, somando cem por cento. Todo mês, a distribuidora pega os créditos gerados e distribui conforme essa lista. Repare que o rateio é em percentual, não em quilowatt-hora fixo. Se a usina gerar menos num mês, todos recebem proporcionalmente menos. Se gerar mais, todos recebem mais. É por isso que, no módulo 6, vamos aprender a calcular o percentual de cada cliente a partir do consumo dele e da geração média da usina. E atenção: alterar a lista de rateio tem regras e prazos definidos pela regulação e pelo procedimento da distribuidora. Toda vez que entra ou sai um cliente, a lista precisa ser atualizada. Isso é parte do trabalho mensal da sua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Como o crédito abate a conta (6:30–9:30)
Visual: QUADRO.
Narração:
Agora, na conta do cliente. A distribuidora lê o consumo da padaria: dois mil e quinhentos quilowatts-hora. Ela recebeu dois mil e quatrocentos quilowatts-hora de créditos. Os créditos abatem o consumo, e sobram cem quilowatts-hora — que, por coincidência, é exatamente o mínimo de uma ligação trifásica. A padaria paga para a distribuidora esses cem quilowatts-hora, mais a parcela do Fio B que não é compensada sobre os dois mil e quatrocentos quilowatts-hora compensados — que em 2026 é de sessenta por cento do Fio B, para projetos novos —, mais a iluminação pública. A conta da padaria cai muito. Na fatura, isso aparece como linhas de energia injetada ou compensada, com quantidades e valores. No módulo 7, vamos ler essas linhas uma por 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Validade e sobras (9:30–11:40)
Visual: SLIDE com uma "carteira de créditos" com etiquetas de data.
Narração:
E se o cliente recebe mais créditos do que consome? Por exemplo, numa residência que viajou e consumiu pouco num mês. Os créditos que sobram ficam acumulados na unidade consumidora e podem ser usados nos meses seguintes, por até sessenta meses. Depois disso, expiram. Para a sua operação, sobra de crédito é sinal de alerta. Ela significa que você está entregando energia que o cliente não está usando — e, dependendo do seu contrato, cobrando por ela. Cliente que acumula crédito e paga por isso fica insatisfeito. E crédito vencido é energia perdida. Uma boa operação acompanha o saldo de créditos de cada cliente e ajusta o percentual de rateio quando o consumo muda.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 que a distribuidora faz e o que a sua empresa faz (11:40–13:20)
Visual: SLIDE com duas colunas.
Narração:
Vamos separar os papéis. A distribuidora mede a usina e os clientes, gera os créditos, aplica o rateio conforme a lista e emite a conta de cada cliente. A sua empresa mantém a lista de rateio atualizada, recebe e confere as faturas dos clientes, calcula e cobra a mensalidade de cada um, repassa ao produtor a parte dele e acompanha geração e saldos. Repare que a sua cobrança depende da fatura da distribuidora: é dela que você tira quanto foi compensado. Por isso a plataforma importa as faturas e extrai esses números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(13:20–14:00)
Visual: APRESENTADOR.
Narração:
Resumindo: o crédito nasce em quilowatt-hora na usina, é distribuído em percentuais entre os beneficiários, abate o consumo de cada um e vale por sessenta meses. A fatura da distribuidora é a base da sua cobrança. Na próxima aula, a aula mais importante do módulo: GD um, dois e três, e a transição do Fio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de compensação e os créditos de energia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como os créditos nascem, são rateados, consumidos e expiram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4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crédito de energia: da usina à conta do cliente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4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crédito nasce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injetada (kWh) − consumo da própria usina = excedente que vira crédito (em kWh)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4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rateio entre os participantes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Rateio: cada beneficiário recebe um percentual dos créditos (informado à distribuidora)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4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crédito abate a conta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Padaria: consumo 2.500 kWh · créditos recebidos 2.400 kWh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 à distribuidora: 100 kWh (mínimo trifásico) + parcela não compensada do Fio B sobre 2.400 kWh + iluminação pública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4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e sobras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valem 60 meses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Sobras ficam acumuladas na unidade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vencidos são perdidos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4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distribuidora faz e o que a sua empresa faz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Distribuidora: mede, gera créditos, rateia, fatura o cliente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empresa: mantém a lista de rateio, confere as faturas, cobra o cliente, paga o produtor, acompanha saldos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4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em kWh  ·  Rateio em %  ·  Validade de 60 meses  ·  Fatura da distribuidora = base da sua cobrança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Aula 4 — O sistema de compensação e os créditos de energia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