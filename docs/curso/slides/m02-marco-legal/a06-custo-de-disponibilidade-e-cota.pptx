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Uma das decisões mais frequentes da sua operação é quanto crédito destinar a cada cliente. Dar crédito de menos deixa economia na mesa. Dar crédito demais gera sobra, cliente pagando por energia que não usa e crédito vencendo. Nesta aula, você aprende a calcular a cota ideal.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mínimo que o cliente sempre paga (0:40–3:00)
Visual: SLIDE com a tabela de custo de disponibilidade.
Narração:
Você já conhece o custo de disponibilidade: o mínimo que o cliente do grupo B paga pela rede, equivalente a trinta, cinquenta ou cem quilowatts-hora, conforme a ligação. Na prática, mesmo com créditos de geração distribuída, a conta do cliente não fica abaixo desse mínimo. Se os créditos abaterem todo o consumo, o cliente continua pagando o mínimo, e o crédito que cobriu essa parte não traz economia nenhuma — vira sobra. Por isso a regra prática do mercado é: a cota de créditos cobre o consumo médio menos o custo de disponibilidade.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A fórmula da cota (3:00–5:30)
Visual: QUADRO.
Narração:
A fórmula é simples. A cota ideal, em quilowatts-hora por mês, é o consumo médio dos últimos doze meses menos o custo de disponibilidade. Para a padaria, trifásica, com consumo médio de dois mil e quinhentos quilowatts-hora, a cota é de dois mil e quatrocentos. Para a residência, bifásica, com quatrocentos e cinquenta, a cota é de quatrocentos. Use sempre a média de doze meses, nunca o mês mais recente: o consumo varia com as estações, com o ar-condicionado no verão, com o movimento do comércio.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Ajustes finos (5:30–8:30)
Visual: SLIDE com três ajustes.
Narração:
Na prática, três ajustes melhoram a cota. Primeiro, uma margem de segurança. Muitas operações destinam algo entre noventa e noventa e cinco por cento da cota calculada, porque o consumo pode cair — o cliente troca a geladeira, instala lâmpadas de LED, passa a viajar mais. Sobra de crédito é pior do que um pouco de consumo descoberto. Segundo, a sazonalidade. Se o cliente consome muito no verão e pouco no inverno, a média esconde meses de sobra. Converse com o cliente e olhe o histórico mês a mês. Os créditos que sobram num mês podem ser usados nos seguintes, mas, se a sobra for estrutural, reduza a cota. Terceiro, mudanças previstas: uma ampliação da loja, uma mudança de endereço, um sistema solar próprio no telhado. Pergunte sempre na venda.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Da cota ao percentual de rateio (8:30–10:20)
Visual: QUADRO.
Narração:
Por fim, a ligação com o rateio. A distribuidora trabalha com percentuais. Para transformar a cota em percentual, divida a cota do cliente pela geração média mensal da usina. Na usina Sol Nascente I, com sessenta mil quilowatts-hora por mês, a padaria fica com dois mil e quatrocentos dividido por sessenta mil: quatro por cento. A residência, com quatrocentos, fica com zero vírgula sessenta e sete por cento. Somando os percentuais de todos os clientes, você nunca pode passar de cem por cento. E, se a usina gerar abaixo da média num mês, todos recebem proporcionalmente menos. No módulo 6, você vai fazer essa alocação para quinze clientes na plataforma, que avisa quando a energia alocada passa da disponível.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(10:20–11:00)
Visual: APRESENTADOR.
Narração:
Resumindo: a cota ideal é o consumo médio de doze meses menos o custo de disponibilidade, com uma margem de segurança e atenção à sazonalidade. O percentual de rateio é a cota dividida pela geração média da usina. No laboratório da próxima aula, você vai cadastrar a tarifa da distribuidora na plataforma e usar a calculadora do curso para achar o valor do crédito.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disponibilidade e a cota ideal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a cota de créditos ideal para um cliente do grupo B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6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crédito dar para cada cliente?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6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mínimo que o cliente sempre paga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Monofásico 30 kWh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Bifásico 50 kWh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Trifásico 100 kWh — o cliente do grupo B paga, no mínimo, o equivalente a isso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6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fórmula da cota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Cota ideal (kWh/mês) = Consumo médio de 12 meses − Custo de disponibilidade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Padaria (trifásica): 2.500 − 100 = 2.400 kWh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Residência (bifásica): 450 − 50 = 400 kWh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6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finos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Margem de segurança (ex.: 90–95% da cota)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Sazonalidade forte → olhar mês a mês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Mudanças previstas (ampliação, mudança, eficiência)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6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cota ao percentual de rateio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de rateio = Cota do cliente ÷ Geração média da usina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Padaria: 2.400 ÷ 60.000 = 4,0% · Residência: 400 ÷ 60.000 = 0,67%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6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 = média 12 meses − custo de disponibilidade  ·  margem de segurança  ·  % = cota ÷ geração média da usina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Aula 6 — Custo de disponibilidade e a cota ideal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