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APRESENTADOR.
Narração:
Bem-vindo à segunda etapa do curso. Na primeira, você aprendeu como a energia funciona. Agora, vamos aprender as regras que permitem que a sua empresa exista. Todo negócio regulado depende das regras, e na geração distribuída isso é ainda mais forte: uma mudança de regra pode transformar um negócio muito lucrativo num negócio sem margem. Por isso, quem entende a regra decide melhor — e não cai em promessa fácil.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Definição (0:50–2:40)
Visual: SLIDE com a definição e um ícone de usina perto de casas.
Narração:
Primeiro, a definição. Geração distribuída, no sentido que interessa ao seu negócio, é a micro e a minigeração de energia, a partir de fontes renováveis ou cogeração qualificada, conectada à rede da distribuidora por meio de uma unidade consumidora, e que participa do sistema de compensação de energia elétrica. Você vai ver a sigla MMGD, de micro e minigeração distribuída, em documentos oficiais. Na prática, quase toda a geração distribuída do Brasil é solar fotovoltaica. A ideia central é simples: quem gera injeta energia na rede e recebe créditos para abater o próprio consumo, ou o consumo de outras unidades autorizadas. Ninguém recebe dinheiro da distribuidora pela energia injetada — recebe créditos de energia.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2012: a REN 482 (2:40–4:30)
Visual: ANIMAÇÃO de linha do tempo; marco "2012 — REN 482".
Narração:
Tudo começou em 2012, com a Resolução Normativa 482 da ANEEL. Ela criou o sistema de compensação: pela primeira vez, um consumidor podia instalar painéis solares, injetar o excedente na rede e usar os créditos depois. No início, o mercado foi pequeno: os equipamentos eram caros, havia pouca gente que conhecia e as regras eram restritas, focadas no autoconsumo no próprio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2015: a REN 687 abre o modelo compartilhado (4:30–6:40)
Visual: linha do tempo avança; marco "2015 — REN 687".
Narração:
Em 2015, a Resolução 687 mudou o jogo. Ela ampliou as possibilidades: permitiu o autoconsumo remoto, em que a usina fica num lugar e os créditos vão para outra unidade do mesmo titular; permitiu a geração compartilhada, em que várias pessoas ou empresas se reúnem para ter uma usina em conjunto; permitiu a geração em condomínios; e estendeu a validade dos créditos para sessenta meses. É dessa resolução que nasce, na prática, o negócio que você está aprendendo: com a geração compartilhada, passou a ser possível reunir dezenas ou centenas de consumidores em torno de uma usina, sem que nenhum deles precise instalar nada em casa. Somado à queda forte no preço dos painéis, isso fez o mercado explodir nos anos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2022: a Lei 14.300 (6:40–9:20)
Visual: linha do tempo; marco "Jan/2022 — Lei 14.300"; destaque para "segurança jurídica" e "transição do Fio B".
Narração:
Até 2022, tudo estava em resoluções da ANEEL, que podem ser alteradas pela própria agência. Isso gerava insegurança: e se a regra mudasse de repente? Em janeiro de 2022, foi publicada a Lei 14.300, o Marco Legal da Micro e Minigeração Distribuída. Ela trouxe três mudanças fundamentais. Primeiro, colocou as regras da geração distribuída em lei, o que dá muito mais segurança jurídica para quem investe. Segundo, criou a transição do Fio B: os novos projetos passaram a pagar, gradualmente, uma parte do uso da rede de distribuição, aquela que vimos no módulo 1. E terceiro, garantiu o direito adquirido: quem já tinha geração distribuída, ou pediu acesso até um prazo determinado, continua nas regras antigas até o fim de 2045. Esses três pontos definem o negócio hoje, e cada um tem uma aula própria neste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2023: a regulamentação (9:20–10:40)
Visual: linha do tempo; marco "2023 — REN 1.059 (incorporada à REN 1.000)".
Narração:
Em 2023, a ANEEL publicou a Resolução Normativa 1.059, que regulamentou a lei e incorporou as regras à Resolução 1.000, a grande norma que trata dos direitos e deveres na distribuição de energia. Na prática: a lei dá as regras gerais, e a REN 1.000 dá os detalhes operacionais — prazos, documentos, como a distribuidora deve faturar, como funciona o rateio dos créditos. Quando surgir uma dúvida específica, é lá que você, ou o seu consultor regulatório, vai procurar.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tamanho do mercado e o recado para o empreendedor (10:40–12:00)
Visual: SLIDE com um número grande de potência instalada em GD no Brasil [CONFERIR dado atual] e o texto de alerta.
Narração:
Hoje, a geração distribuída no Brasil soma dezenas de gigawatts instalados e milhões de unidades consumidoras recebendo créditos, e a geração compartilhada é uma das partes que mais crescem. É um mercado grande, real e consolidado. Mas o recado para você, empreendedor, é este: a regra muda. Mudou em 2015, em 2022, em 2023, e vai continuar evoluindo, em especial na valoração do Fio B a partir de 2029. Uma empresa saudável de assinatura acompanha a regulação de perto, coloca isso nos contratos e faz contas com cenários. Na próxima aula, vamos ver os limites de tamanho da geração distribuída e quem pode gerar.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geração distribuída: da REN 482 à Lei 14.300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GD e conhecer a evolução das regras que permitiram o negócio de assinatura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1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 — As regras do jogo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1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(MMGD): micro e minigeração conectadas à rede de distribuição, com compensação de energia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1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a REN 482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— REN 482: nasce o sistema de compensação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1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 REN 687 abre o modelo compartilhado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— REN 687: autoconsumo remoto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compartilhada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condomínios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por 60 meses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1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2022: a Lei 14.300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— Lei 14.300: marco legal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em lei (não só resolução)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transição do Fio B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direito adquirido até 2045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1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2023: a regulamentação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— REN 1.059: ANEEL regulamenta a Lei 14.300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na REN 1.000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1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tamanho do mercado e o recado para o empreendedor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 dezenas de gigawatts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mudam: acompanhe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curso é atualizado a cada semestre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Aula 1 — O que é geração distribuída: da REN 482 à Lei 14.300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