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 lei prevê quatro modalidades de geração distribuída. Elas definem quem pode receber os créditos de uma usina. Escolher a modalidade errada pode simplesmente impedir o seu negócio de funcionar. Vamos ver as quatro, com exemplos, e no final você vai entender por que as empresas de assinatura usam uma delas em especial.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Autoconsumo local (0:40–2:40)
Visual: ANIMAÇÃO: casa com painéis no telhado; seta de injeção e de consumo no mesmo medidor.
Narração:
A primeira é o autoconsumo local. A geração fica no mesmo lugar onde a energia é consumida: o painel no telhado da casa, da loja, da fábrica. Durante o dia, a casa consome parte da energia gerada na hora, e o excedente vai para a rede e vira crédito. À noite, a casa consome da rede e usa os créditos. É o modelo clássico, vendido pelas integradoras. Se você já tem uma empresa solar, é o que você faz hoje. Não é o modelo da assinatura, porque exige que o cliente invista e tenha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Autoconsumo remoto (2:40–5:00)
Visual: ANIMAÇÃO: usina num sítio; setas de créditos indo para uma loja e uma filial, ambas com o mesmo CNPJ/CPF.
Narração:
A segunda é o autoconsumo remoto. A usina fica num lugar diferente, por exemplo num sítio, e os créditos vão para outras unidades consumidoras do mesmo titular: a mesma pessoa física, ou a mesma pessoa jurídica, incluindo matriz e filiais, desde que todas estejam na área da mesma distribuidora. É muito usado por redes de lojas, por exemplo: uma usina abastece todas as filiais. Para o seu negócio, o autoconsumo remoto aparece de duas formas. Você pode vender esse projeto para uma empresa grande, como integrador. Ou pode encontrar clientes que alugam uma usina inteira, dedicada a eles. Mas ele não serve para reunir muitos clientes diferentes, porque exige o mesmo titular.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Geração compartilhada (5:00–9:00)
Visual: ANIMAÇÃO: uma usina; um "guarda-chuva" com o rótulo "Consórcio / Cooperativa / Associação"; dentro, vários clientes diferentes (residência, padaria, clínica) recebendo créditos.
Narração:
A terceira é a geração compartilhada, e é a que mais interessa a você. Nela, consumidores diferentes, pessoas físicas e jurídicas, se reúnem numa forma jurídica prevista na lei — consórcio, cooperativa, condomínio civil voluntário ou edilício, ou outra forma de associação civil — para ter uma usina em conjunto. A unidade consumidora onde a usina está conectada fica em nome dessa entidade, e os créditos são distribuídos entre os participantes, cada um com o seu percentual. Todos precisam estar na área da mesma distribuidora. Repare no que isso permite: a padaria, a clínica e a residência, que não têm nada a ver uma com a outra, podem receber créditos da mesma usina, sem instalar nada. Basta participarem da entidade. É exatamente esse o mecanismo por trás da assinatura de energia. A sua empresa, em geral, organiza e administra essa entidade, a usina e a relação com os participantes, e é remunerada por isso. Como isso é montado juridicamente — consórcio, cooperativa, associação — é o tema do módulo 3, porque cada forma tem vantagens e obrigações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EMUC (9:00–10:50)
Visual: ANIMAÇÃO: prédio com usina no telhado; setas para cada apartamento e área comum.
Narração:
A quarta é o empreendimento com múltiplas unidades consumidoras, a EMUC. É o caso de um condomínio, residencial ou comercial, em que a usina, instalada na própria área do condomínio, gera créditos para os apartamentos ou salas e para as áreas comuns, numa propriedade única ou em áreas contíguas. É um nicho interessante para integradores, mas tem alcance limitado ao próprio condomínio.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Comparando e escolhendo (10:50–13:20)
Visual: SLIDE com tabela comparativa.
Narração:
Vamos comparar. No autoconsumo local, os créditos ficam no próprio local. No remoto, vão para unidades do mesmo titular, o que só funciona para um cliente por usina. Na geração compartilhada, vão para os participantes da entidade, o que permite reunir muitos clientes diferentes. E na EMUC, para as unidades do condomínio. Por isso, a assinatura de energia para muitos clientes usa a geração compartilhada. Uma regra que vale para todas: usina e beneficiários precisam estar na área da mesma distribuidora. Uma empresa que atua em dois estados, com distribuidoras diferentes, precisa de usinas em cada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(13:20–14:00)
Visual: APRESENTADOR.
Narração:
Resumindo: são quatro modalidades, e a assinatura de energia se apoia na geração compartilhada, em que os clientes participam de uma entidade que detém a usina, todos na mesma distribuidora. Na próxima aula, vamos entender como os créditos são calculados, distribuídos e 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modalidades: autoconsumo local, remoto, geração compartilhada e EMUC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as quatro modalidades e entender por que a assinatura usa a geração compartilhada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jeitos de usar os créditos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local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local: gera e consome no mesmo local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remoto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Autoconsumo remoto: usina em outro local, créditos para unidades do mesmo titular (mesmo CPF ou CNPJ, matriz e filiais), na mesma distribuidora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compartilhada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compartilhada: consumidores diferentes reunidos em consórcio, cooperativa, condomínio civil ou associação civil, na mesma distribuidora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EMUC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EMUC — empreendimento com múltiplas unidades consumidoras: condomínios, mesma propriedade, áreas contíguas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3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e escolhendo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Modalidade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recebe créditos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 para assinatura?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Autoconsumo local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próprio local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Autoconsumo remoto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do mesmo titular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para 1 cliente por usina (usina dedicada)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Geração compartilhada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Participantes de consórcio/cooperativa/associação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— modelo principal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EMUC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do condomínio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M2 · Aula 3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Assinatura de energia = geração compartilhada  ·  mesma distribuidora  ·  entidade jurídica reúne os participantes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· Aula 3 — As modalidades: autoconsumo local, remoto, geração compartilhada e EMUC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