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Neste laboratório, você vai fazer duas coisas que toda empresa de assinatura faz a cada reajuste da distribuidora: atualizar a tarifa na plataforma e recalcular o valor do crédito com a transição do Fio B. Abra o laboratório como Administrador e, em outra aba, a calculadora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distribuidora na plataforma (0:40–3:30)
Visual: TELA — Configurações → Concessionárias → lista; abrir "Distribuidora Exemplo"; mostrar campos Nome, Estado, Status e Tarifa GD2.
Narração:
No menu, abra Configurações e depois Concessionárias. Aqui ficam as distribuidoras em que a sua empresa atua. Abra a Distribuidora Exemplo. Os campos são o nome, o estado, o status e a tarifa GD2. A tarifa GD2 é o valor do quilowatt-hora de crédito que a plataforma usa como referência nas propostas para produtores, para calcular quanto a usina vai render. O nome vem do enquadramento GD dois que você estudou na aula 5: é o valor do crédito para usinas novas. Repare que ele não é a tarifa cheia da conta de luz, e sim o valor do crédito depois da parcela do Fio B que não é compensada. E é a sua empresa que define e atualiza esse número, com base na tarifa homologada pela ANEEL.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Calculando o valor do crédito (3:30–7:30)
Visual: TELA — planilha "Calculadora do curso", aba "Valor do crédito": preencher TE, TUSD, Fio B (sem impostos), ICMS, PIS/COFINS, e ver a tabela 2026/2027/2028 com e sem impostos.
Narração:
Agora vá para a calculadora do curso, aba Valor do crédito. Preencha a tarifa de energia, a TE, e a tarifa de uso, a TUSD, sem impostos, do subgrupo que você atende, e o valor do Fio B. Para o nosso exercício, use os números ilustrativos: TE trinta e cinco centavos, TUSD quarenta e cinco centavos, Fio B vinte centavos. Preencha também os tributos: ICMS de dezoito por cento e PIS mais COFINS de cinco por cento. A calculadora mostra o valor do crédito em cada ano: em 2026, com sessenta por cento do Fio B pago, sessenta e oito centavos sem impostos; em 2027, sessenta e cinco; em 2028, sessenta e dois. E mostra também o valor com impostos, que é o que aparece na fatura do cliente. Para a sua distribuidora real, pegue os valores no site da ANEEL, como mostramos no módulo 1. Atenção ao tratamento dos impostos sobre a parte compensada: ele depende do seu estado, por isso a calculadora tem um campo para você escolher a regra que o seu contador indicar.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Atualizando a tarifa na plataforma (7:30–9:30)
Visual: TELA — voltar à concessionária; editar Tarifa GD2 para o valor de 2026 calculado; salvar; mensagem de sucesso.
Narração:
Volte à plataforma, clique para editar a Distribuidora Exemplo e preencha a tarifa GD2 com o valor do crédito de 2026 que você calculou. Salve. Pronto: a partir de agora, as propostas de produtor desta distribuidora usam esse valor. Uma boa prática: anote, numa planilha de controle, a data e a origem de cada atualização — qual resolução da ANEEL, qual reajuste. E crie um lembrete anual para a data de reajuste da sua distribuidora. Errar esse número é errar todas as propostas.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Cadastrando a sua distribuidora (9:30–11:30)
Visual: TELA — botão para nova concessionária; preencher nome e estado da distribuidora da ficha do aluno; tarifa GD2 calculada; status ativo; salvar.
Narração:
Agora, a parte da sua empresa. Volte à lista de concessionárias e cadastre a distribuidora da região que você escolheu na ficha do M0, com o nome, o estado e a tarifa GD2 que você calcular na planilha com os valores reais. Se ainda não tiver os valores reais, use os ilustrativos por enquanto e volte para atualizar depois. A partir daqui, a sua usina e os seus clientes vão ser cadastrados nessa distribuidora.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 e encerramento (11:30–13:00)
Visual: SLIDE com o exercício; depois APRESENTADOR.
Narração:
Para fechar, faça o exercício: calcule o valor do crédito da sua distribuidora em 2026, 2027 e 2028, a queda percentual nesse período e a cota ideal e o percentual de rateio dos três clientes de exemplo na usina de referência. Esses números vão para a ficha regulatória da sua empresa, o entregável do módulo. Com isso, você terminou o marco legal. No próximo módulo, vamos usar tudo isso para responder a pergunta mais importante: o seu modelo de negócio dá lucro?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7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concessionária, tarifa GD e a calculadora de Fio 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Cadastrar/atualizar a distribuidora e a tarifa GD na plataforma e calcular o valor do crédito por ano na calculadora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7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a tarifa que move o seu negócio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7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distribuidora na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→ Concessionárias → lista; abrir "Distribuidora Exemplo"; mostrar campos Nome, Estado, Status e Tarifa GD2.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→ Concessionárias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7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Calculando o valor do crédito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"Calculadora do curso", aba "Valor do crédito": preencher TE, TUSD, Fio B (sem impostos), ICMS, PIS/COFINS, e ver a tabela 2026/2027/2028 com e sem impostos.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Entradas: TE · TUSD · Fio B · ICMS · PIS/COFINS  ·  Saídas: valor do crédito por ano, sem e com impostos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7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Atualizando a tarifa na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voltar à concessionária; editar Tarifa GD2 para o valor de 2026 calculado; salvar; mensagem de sucesso.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GD2 = valor do crédito do ano corrente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7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a sua distribuidora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para nova concessionária; preencher nome e estado da distribuidora da ficha do aluno; tarifa GD2 calculada; status ativo; salvar.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Cadastre a distribuidora da sua empresa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7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Valor do crédito 2026, 2027 e 2028 da sua distribuidora (sem e com impostos)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Queda percentual do crédito de 2026 para 2028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Cota ideal e % de rateio para Padaria, Clínica e Residência na UFV Sol Nascente 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Aula 7 — Laboratório: concessionária, tarifa GD e a calculadora de Fio B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