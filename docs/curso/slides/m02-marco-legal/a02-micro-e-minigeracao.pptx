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Nem toda usina solar é geração distribuída. Existem limites de tamanho, e eles importam muito para o seu negócio: definem quantos clientes uma usina atende, quanto custa conectá-la e quais exigências a distribuidora pode fazer. Vamos entender.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Microgeração (0:40–2:30)
Visual: SLIDE com ícone de telhado.
Narração:
A microgeração é a geração distribuída com potência instalada de até setenta e cinco quilowatts. É o caso típico do telhado de uma casa, de um comércio, de uma pequena empresa. Uma microgeração de setenta e cinco quilowatts, numa região com produtividade de cento e vinte quilowatts-hora por kWp, gera algo em torno de nove mil quilowatts-hora por mês. Ou seja, já daria para atender, em tese, umas quinze a vinte residências. Mas, para um negócio de assinatura, a microgeração costuma ser pequena demais: o custo de gestão por usina é parecido, e a receita é baixa. Ela pode servir como primeira usina de um empreendedor que está testando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Minigeração (2:30–5:00)
Visual: SLIDE com ícone de usina no solo; faixas de potência.
Narração:
A minigeração começa acima de setenta e cinco quilowatts. O limite superior depende do tipo de fonte. Para fontes despacháveis, aquelas que conseguem controlar quando geram, o limite é de cinco megawatts. Para fontes não despacháveis, como a solar fotovoltaica, que depende do sol, a Lei 14.300 fixou o limite em três megawatts para os novos pedidos, com regras de transição para quem já tinha pedido antes. É nessa faixa de minigeração, de algumas centenas de quilowatts até três megawatts, que estão as usinas das empresas de assinatura. Uma usina de três megawatts gera algo como trezentos e sessenta mil quilowatts-hora por mês — o suficiente para centenas de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Exigências da minigeração (5:00–7:20)
Visual: SLIDE com checklist.
Narração:
A minigeração exige mais do que a microgeração. Primeiro, o pedido de acesso à distribuidora, que analisa se a rede naquele ponto suporta a usina e emite um parecer de acesso, com as condições e, às vezes, obras necessárias na rede. Segundo, o projeto e a obra de conexão, que podem ter custos relevantes. Terceiro, para usinas acima de quinhentos quilowatts, a lei exige uma garantia de fiel cumprimento, um valor proporcional ao investimento, para evitar que alguém reserve a capacidade da rede e não construa. E há prazos para a usina ser conectada depois do parecer. Para você, empreendedor, isso significa: uma usina com parecer de acesso aprovado vale muito mais do que um terreno com promessa de usina. Na due diligence, que veremos no módulo 4, o parecer de acesso é um dos primeiros documentos que você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Quem pode gerar e a vedação de divisão (7:20–9:40)
Visual: ANIMAÇÃO: uma usina grande sendo "fatiada" em várias pequenas, com um X vermelho.
Narração:
Quem pode ter geração distribuída? Qualquer consumidor, pessoa física ou jurídica, titular de uma unidade consumidora conectada à distribuidora. Na geração compartilhada, o titular da unidade onde a usina está conectada é, em regra, o consórcio, a cooperativa ou a associação que reúne os participantes — vamos ver isso na próxima aula. E existe uma vedação importante: é proibido dividir uma central geradora em unidades menores para se enquadrar nos limites de potência ou em regras mais favoráveis. Ou seja, não adianta pegar uma usina de dez megawatts e registrar como cinco usinas de dois megawatts no mesmo terreno. A distribuidora e a ANEEL podem identificar isso e negar o acesso ou enquadrar de outra forma. Desconfie de quem oferece esse tipo de "atalho".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tamanho certo para o seu negócio (9:40–11:00)
Visual: SLIDE com três faixas: até 500 kW, 500 kW–1 MW, 1–3 MW e comentários.
Narração:
Qual é o tamanho certo de usina para uma empresa de assinatura? Não existe um único número, mas existe um ponto de atenção: quinhentos quilowatts. Acima disso, além da garantia de fiel cumprimento, entra uma regra especial de cobrança do uso da rede para certos casos, a chamada GD III, que vamos estudar na aula 5. Por isso, muitas operações trabalham com usinas de até quinhentos quilowatts, ou estruturam as maiores de forma a não cair nessa regra. Anote essa dúvida, porque ela vai ser respondida com números daqui a pouco. Na próxima aula, as modalidades da geração distribuída — e por que a assinatura usa a geração compartilhada.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e minigeração: limites e quem pode gerar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limites de potência, as exigências para minigeração e a vedação de divisão de usinas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o tamanho máximo de uma usina de GD?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Microgeração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Microgeração: até 75 kW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Minigeração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Minigeração: acima de 75 kW até 5 MW (fontes despacháveis)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3 MW para fontes não despacháveis, como a solar [CONFERIR regras de transição]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Exigências da minigeração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Pedido de acesso e parecer da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Projeto e obras de conexão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Garantia de fiel cumprimento (&gt; 500 kW) [CONFERIR]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Prazos para conectar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pode gerar e a vedação de divisão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dividir uma central geradora para caber nos limites ou nas regras mais favoráveis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certo para o seu negócio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500 kW: menos exigências e sem enquadramento GD III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500 kW: escala, mas atenção às regras do Fio B (aula 5)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2 — Micro e minigeração: limites e quem pode gerar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