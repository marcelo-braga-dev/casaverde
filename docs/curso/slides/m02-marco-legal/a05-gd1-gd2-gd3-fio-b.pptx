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Abertura (0:00–0:50)
Visual: APRESENTADOR.
Narração:
Se você só puder assistir a uma aula deste módulo com atenção total, que seja esta. Aqui está a regra que mais impacta a margem de uma empresa de assinatura de energia: a forma como o uso da rede é cobrado de quem tem geração distribuída. A lei criou três grupos, que o mercado chama de GD um, GD dois e GD três. Saber em qual grupo está cada usina é saber quanto vale cada crédito que ela gera.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GD I: o direito adquirido (0:50–3:30)
Visual: SLIDE com selo "Direito adquirido até 31/12/2045".
Narração:
O primeiro grupo é o GD um. Ele reúne as usinas que já estavam conectadas quando a lei foi publicada, em janeiro de 2022, e as que protocolaram o pedido de acesso na distribuidora em até doze meses depois disso, ou seja, até janeiro de 2023. Essas usinas têm direito adquirido: continuam na regra antiga, em que o crédito compensa praticamente toda a tarifa, incluindo o Fio B, até o fim de 2045. Para o seu negócio, isso significa que uma usina GD um é um ativo valioso: cada crédito dela vale mais do que o de uma usina nova. Se você for arrendar ou comprar uma usina existente, verifique se ela é GD um e em quais condições esse direito se mantém — por exemplo, um aumento de potência pode não estar coberto pelo direito adquirido. Esse é um item obrigatório na due diligence do módulo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[ANIMAÇÃO] GD II: a transição do Fio B (3:30–7:30)
Visual: ANIMAÇÃO: gráfico de barras com a parcela do Fio B não compensada por ano: 2023 15%, 2024 30%, 2025 45%, 2026 60%, 2027 75%, 2028 90%, 2029 "regra nova".
Narração:
O segundo grupo é o GD dois: as usinas que pediram acesso depois daquele prazo. É o caso de praticamente todas as usinas novas que você vai encontrar ou construir. Para elas, vale a transição do Fio B. Lembra do Fio B, a parte da tarifa que remunera a rede de distribuição? Para o GD dois, uma parcela do Fio B não é compensada pelos créditos e continua sendo paga pelo cliente. Essa parcela sobe ano a ano: quinze por cento em 2023, trinta em 2024, quarenta e cinco em 2025, sessenta em 2026, setenta e cinco em 2027 e noventa em 2028. A partir de 2029, a regra passa a seguir a valoração dos custos e benefícios da geração distribuída, feita pela ANEEL a partir de diretrizes do governo. Enquanto essa valoração não estiver definida, trate 2029 em diante como um cenário a ser simulado com cuidado, não como uma certeza. E um ponto que muita gente esquece: o percentual vale para o ano do faturamento, não para o ano em que a usina foi conectada. Uma usina GD dois conectada em 2024 paga sessenta por cento do Fio B em 2026 e setenta e cinco em 2027.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[QUADRO] O valor do crédito, ano a ano (7:30–10:30)
Visual: QUADRO com a tabela sendo preenchida.
Narração:
Vamos transformar isso em número, com o nosso exemplo ilustrativo: tarifa sem impostos de oitenta centavos, sendo vinte centavos de Fio B. O valor do crédito para o cliente é, de forma simplificada, a tarifa menos a parcela do Fio B que ele continua pagando. Em 2026, sessenta por cento de vinte centavos são doze centavos, e o crédito vale sessenta e oito centavos. Em 2027, setenta e cinco por cento: quinze centavos, e o crédito vale sessenta e cinco. Em 2028, noventa por cento: dezoito centavos, e o crédito vale sessenta e dois. Repare: em dois anos, o valor de cada crédito cai cerca de nove por cento — sem contar os reajustes da tarifa, que normalmente sobem. Agora pense: se a sua empresa promete ao cliente um desconto de vinte por cento sobre a conta, e o crédito vale cada vez menos, de onde sai esse desconto? Ou da sua margem, ou da remuneração do produtor. É por isso que o modelo de negócio precisa ser calculado com a transição, como faremos no módulo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GD III: a regra das usinas grandes compartilhadas (10:30–13:20)
Visual: SLIDE com os critérios do GD III.
Narração:
O terceiro grupo é o GD três, uma regra específica e mais pesada. Ele se aplica a usinas de minigeração acima de quinhentos quilowatts, em autoconsumo remoto, ou em geração compartilhada em que um único participante fica com vinte e cinco por cento ou mais dos créditos. Para esses casos, não há a transição gradual: paga-se cem por cento do Fio B, mais quarenta por cento do Fio A e alguns encargos, até 2028. Na prática, o crédito vale bem menos. O recado para o seu negócio é claro. Se a sua usina tem mais de quinhentos quilowatts e opera em geração compartilhada, evite que um único cliente concentre vinte e cinco por cento ou mais dos créditos. Uma usina de um megawatt atendendo uma única rede de supermercados com metade da energia pode cair no GD três. A mesma usina, dividida entre duzentos clientes, cada um com menos de um por cento, fica no GD dois. A plataforma ajuda nisso: no vínculo de cada cliente com a usina, você registra o percentual dele, e o controle de alocação mostra a distribuição. Mas a regra de negócio é sua: monitore a concentração.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Como saber o enquadramento de uma usina (13:20–14:20)
Visual: SLIDE com checklist.
Narração:
Como saber em qual grupo está uma usina? Olhe a data do protocolo do pedido de acesso, a potência instalada, a modalidade e, na geração compartilhada, a concentração dos créditos. Quando houver dúvida, confirme com a distribuidora e com um especialista regulatório. Errar o enquadramento é errar toda a conta.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Resumo (14:20–15:00)
Visual: APRESENTADOR + tabela-resumo.
Narração:
Resumindo: GD um mantém a regra antiga até 2045. GD dois paga uma parcela crescente do Fio B — sessenta por cento em 2026. GD três, para usinas grandes concentradas, paga o Fio B inteiro e parte do Fio A. O valor do crédito cai ano a ano para as usinas novas, e o seu modelo de negócio precisa considerar isso. Na próxima aula, uma regra que afeta o tamanho da cota de cada cliente: o custo de disponibilidade.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· Aula 5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32720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I, GD II, GD III e a transição do Fio B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42976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Enquadrar uma usina em GD I, II ou III e calcular o valor do crédito ano a ano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692640" y="5806440"/>
            <a:ext cx="21945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pic>
        <p:nvPicPr>
          <p:cNvPr id="9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5879592"/>
            <a:ext cx="1920240" cy="6309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distribuída compartilhada, da regulação à operação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M2 · Aula 5 · Cena 1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aula que decide se a conta fecha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M2 · Aula 5 · Cena 2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I: o direito adquirido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I: usinas existentes ou com pedido de acesso protocolado até 7/1/2023 [CONFERIR]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 antiga (compensação integral) até 31/12/2045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M2 · Aula 5 · Cena 3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II: a transição do Fio B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II: pedidos após 7/1/2023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parcela do Fio B NÃO compensada: 15% (2023)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(2024)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 (2025)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 (2026)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 (2027)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 (2028)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2029+: regra definida pela ANEEL [CONFERIR]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M2 · Aula 5 · Cena 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valor do crédito, ano a ano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10789920" cy="4754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spcAft>
                <a:spcPts val="1000"/>
              </a:spcAft>
              <a:buNone/>
            </a:pPr>
            <a:r>
              <a:rPr lang="en-US" sz="2600" b="1" dirty="0">
                <a:solidFill>
                  <a:srgbClr val="F5B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Valor do crédito ≈ tarifa sem impostos − (% não compensado × Fio B)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40480"/>
          <a:ext cx="11064240" cy="91440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Fio B pago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Crédito (ex.: tarifa 0,80; Fio B 0,20)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4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60%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0,80 − 0,12 = R$ 0,68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75%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0,80 − 0,15 = R$ 0,65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2028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90%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0,80 − 0,18 = R$ 0,62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M2 · Aula 5 · Cena 5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III: a regra das usinas grandes compartilhadas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7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III [CONFERIR]: minigeração acima de 500 kW em autoconsumo remoto ou geração compartilhada em que um titular detém 25% ou mais dos créditos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7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paga 100% do Fio B + 40% do Fio A + encargos (TFSEE e P&amp;D) até 2028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M2 · Aula 5 · Cena 6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saber o enquadramento de uma usina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do pedido de acesso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Potência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Modalidade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Concentração de créditos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 com a distribuidora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M2 · Aula 5 · Cena 7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I: regra antiga até 2045  ·  GD II: Fio B crescente (60% em 2026)  ·  GD III: Fio B integral + parte do Fio A  ·  Crédito vale cada vez menos → faça a conta com a transição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Rexar Sistemas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M2 · Aula 5 — GD I, GD II, GD III e a transição do Fio B</dc:title>
  <dc:subject>PptxGenJS Presentation</dc:subject>
  <dc:creator>PptxGenJS</dc:creator>
  <cp:lastModifiedBy>PptxGenJS</cp:lastModifiedBy>
  <cp:revision>1</cp:revision>
  <dcterms:created xsi:type="dcterms:W3CDTF">2026-10-30T10:46:06Z</dcterms:created>
  <dcterms:modified xsi:type="dcterms:W3CDTF">2026-10-30T10:46:06Z</dcterms:modified>
</cp:coreProperties>
</file>