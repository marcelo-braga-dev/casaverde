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plataforma faz sozinha o trabalho repetitivo listado na tela. A equipe trabalha em cima do que ela produz: alertas, filas e exceções.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rotina diária começa sempre no mesmo horário, pelos alertas críticos.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vez por semana, olhe o médio prazo com o time, em trinta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mensal é o coração da operação. Escreva-o num calendário, com o responsável de cada etapa. Esse é o seu procedimento padrão.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alertas vêm de quatro áreas: faturas, financeiro, usinas e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severidade define a ordem: críticos no mesmo dia, depois o que tem data, depois o resto.
Cada problema gera um alerta único, que se resolve sozinho quando a causa desaparece. A lista mostra a situação real.
Cada perfil vê a sua fila. A meta diária é simples: nenhum alerta crítico.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as três fontes da tela. Quando divergirem, investigue.
Os sinais da tela pedem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Diante de uma queda, acione a manutenção, registre, informe o produtor e, se o impacto for relevante, avise os clientes antes que eles percebam.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Ocupação alta e fila de clientes indicam a hora da próxima usina. Comece a buscá-la com meses de antecedência.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perguntas comuns têm resposta padrão, e quase todas se resolvem no próprio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pedido de cancelamento, siga o roteiro da tela. Muitos clientes desistem ao ver quanto já economizaram.
O melhor suporte é o proativo, como as ações da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abre o chamado no portal equipe responde notas internas invisíveis ao cliente status até fechar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Registre a geração do mês e compare com o esperado.
Suba e revise as faturas do mês. Investigue o consumo atípico antes de aprovar.
Confira, abra e emita as cobranças, lance o ajuste do mês anterior e trate vencidas e boletos vencidos.
Atualize o rateio com a saída e a entrada de clientes, zere os alertas críticos e calcule o repasse ao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contínua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rotina do operador: dia, semana e mês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Alertas operacionais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Saúde da usina e saldo de energia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Suporte e relacionamento com 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fechamento do mês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 rotina do operador em ciclos diário, semanal e mensal (SOP).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os alertas operacionais como fila de trabalho, entendendo módulos, severidade e autorresolução.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a saúde das usinas (geração, saldo, alocação) e agir em quedas.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Atender clientes com o suporte integrado e reduzir chamados pelo portal.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 fechamento do mês de ponta a ponta no laboratório.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do operador: dia, semana e mês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as tarefas recorrentes em ciclos e montar o SOP da operação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plataforma faz sozinha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semanal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plataforma faz sozinha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cada 5 min: sincroniza pagamentos · A cada 10 min: marca vencidas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hora em hora: importa faturas por e-mail · gera cobranças de faturas aprovadas · varredura de saúde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06:00: expira boletos vencidos · 08:00: lembretes de cobrança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plataforma faz sozinha o trabalho repetitivo listado na tela. A equipe trabalha em cima do que ela produz: alertas, filas e exceções.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Sino de alertas: críticos primeiro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de faturas pendentes de revisão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em rascunho → conferir e abrir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sem Pix/boleto perto do vencimento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Lembretes e cobranças do dia (WhatsApp)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de suporte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 começa sempre no mesmo horário, pelos alertas críticos.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semanal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Inadimplência por faixa e por consultor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Propostas enviadas sem resposta / a expirar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das usinas (Gestão de Energia) e fila de espera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de onboarding das usinas (Usinas Solar → Onboarding de Usinas)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30 min com o time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vez por semana, olhe o médio prazo com o time, em trinta minutos.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geração do mês de cada usina (e avisar o produtor)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chegando → revisar e aprovar (concentradas conforme o ciclo de leitura)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→ conferir, abrir, emitir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a lista de rateio (entradas, saídas, ajustes) — dia fixo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ao produtor e relatório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Fechamento: indicadores do mês e relatório executivo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 é o coração da operação. Escreva-o num calendário, com o responsável de cada etapa. Esse é o seu procedimento padrão.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Automações fazem o repetitivo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trata filas e exceções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responsável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os alertas como fila de trabalho: módulos, severidade, responsáveis, autorresolução e "ignorar"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vêm os alertas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e prioridade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por problema, e ele se resolve sozinho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vê o quê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ALERTAS OPERACIONAIS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vêm os alertas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Faturas: caixa de e-mail inacessível · senha de PDF inválida · fatura ilegível · falha ao gravar · rotina falhando · fatura em revisão há 3 dias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Financeiro: Mercado Pago recusou emitir · credencial recusada · pagamento sem sincronizar · webhook falhando · rascunho há 2 dias · vencendo em 5 dias sem boleto/Pix · lembretes · boleto vencido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Usinas: sem geração no mês · energia zerada · alocada &gt; disponível · saldo baixo · consumo acima da cota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tarefa agendada falhou · tarefa em fila esgotou tentativas · conta Mercado Pago ausente · webhook sem chave secreta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alertas vêm de quatro áreas: faturas, financeiro, usinas e sistema.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e prioridade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Crítico: trate hoje (ameaça receita/clientes)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Aviso: trate na semana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Informativo: acompanhe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severidade define a ordem: críticos no mesmo dia, depois o que tem data, depois o resto.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por problema, e ele se resolve sozinho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Único por módulo + tipo + registro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renovado se repetir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resolvido automaticamente quando a causa some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problema gera um alerta único, que se resolve sozinho quando a causa desaparece. A lista mostra a situação real.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vê o quê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todos os alertas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Consultor: só alertas financeiros da própria carteira (com link de WhatsApp pronto)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perfil vê a sua fila. A meta diária é simples: nenhum alerta crítico.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grupos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define a ordem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alerta por problema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sozinho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perfil vê a sua fila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da usina e saldo de energia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geração, alocação e saldo, e coordenar O&amp;M e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 de informação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de alerta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Coordenando O&amp;M e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expansão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da usina e saldo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 de informação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do inversor (diário)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mensal registrada (plataforma)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 na fatura da usina (distribuidora)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as três fontes da tela. Quando divergirem, investigue.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de alerta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&lt; 90% do esperado para 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sem registro no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baixo (≤ 10%)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alocada &gt; disponível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consumindo acima da cota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da tela pedem ação.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SAÚDE DA USINA E SALDO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Coordenando O&amp;M e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743200" y="2583180"/>
            <a:ext cx="230428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O&amp;M (prazo do contrato)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93776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5780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2583180"/>
            <a:ext cx="230428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 informado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326880" y="258318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46920" y="258318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informados se o impacto for relevante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1" name="Text 1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Diante de uma queda, acione a manutenção, registre, informe o produtor e, se o impacto for relevante, avise os clientes antes que eles percebam.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SAÚDE DA USINA E SALDO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expansão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&gt; 95% em todas as usinas + fila de espera = hora da próxima usina (comece o M4 de novo 3–6 meses antes)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alta e fila de clientes indicam a hora da próxima usina. Comece a buscá-la com meses de antecedência.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fontes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claros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O&amp;M + produtor + clientes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alta = próxima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e relacionamento com 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o atendimento, reduzir chamados e reter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mais comuns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o pedido de cancelamento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SUPORTE E RELACIONAMENTO COM 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mais comuns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'Por que paguei duas contas?'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'Quanto eu economizei?'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'Meu crédito não veio'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o boleto de novo'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'Vou mudar de endereço'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cancelar'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comuns têm resposta padrão, e quase todas se resolvem no próprio portal.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e relacionamento com 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o pedido de cancelamento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Entender o motivo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Mostrar a economia acumulada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Resolver a causa (cota, vencimento, explicação)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 sair: sair bem (aviso prévio, rateio, última cobrança)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pedido de cancelamento, siga o roteiro da tela. Muitos clientes desistem ao ver quanto já economizaram.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 explicando as duas contas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quando o primeiro crédito chega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economia trimestral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indicação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melhor suporte é o proativo, como as ações da tela.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SUPORTE E RELACIONAMENTO COM 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chamados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abre o chamado no portal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responde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internas invisíveis ao cliente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até fechar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padrão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com histórico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de retenção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fechamento do mês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 ciclo mensal completo do mês 2, seguindo o SOP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FECHAMENTO DO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do mês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a geração do mês e compare com o esperado.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 e revise as faturas do mês. Investigue o consumo atípico antes de aprovar.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e pagamentos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Confira, abra e emita as cobranças, lance o ajuste do mês anterior e trate vencidas e boletos vencidos.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Rateio, alertas e repasse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Atualize o rateio com a saída e a entrada de clientes, zere os alertas críticos e calcule o repasse ao produtor.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por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relatorio_usin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que frequência a fila de faturas em revisão deve ser trabalhada?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mensalmente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quando o cliente reclama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anualmente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operacional que deixa de ter causa: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resolve sozinho na próxima varredura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para sempre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ser apagado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 chamado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consultor vê quais alertas?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os financeiros da própria carteira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os de sistema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sem registro de geração no mês gera: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de usina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5–5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bom indicador de que o portal está funcionando: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ligações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chamados sobre "quanto devo/como pago"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e-mails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visitas presenciais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se resolve sozinho na próxima varredura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Só os financeiros da própria carteira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 alerta de usina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menos chamados sobre "quanto devo/como pago"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Monte a agenda do operador para a primeira semana do mês (faturas chegando).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 sino mostra 12 alertas. Em que ordem você trata?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Quantos chamados por mês você espera com 500 clientes, e como reduzir?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da minha operação: rotina diária, semanal e mensal em uma página, com responsável e horário de cada tarefa; e o mês 2 fechado no laboratório (geração registrada, faturas aprovadas, cobranças abertas e emitidas, alertas zerados ou justificados, relatório para o produtor).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— Operação contínua</dc:title>
  <dc:subject>PptxGenJS Presentation</dc:subject>
  <dc:creator>PptxGenJS</dc:creator>
  <cp:lastModifiedBy>PptxGenJS</cp:lastModifiedBy>
  <cp:revision>1</cp:revision>
  <dcterms:created xsi:type="dcterms:W3CDTF">2026-10-30T12:33:06Z</dcterms:created>
  <dcterms:modified xsi:type="dcterms:W3CDTF">2026-10-30T12:33:06Z</dcterms:modified>
</cp:coreProperties>
</file>