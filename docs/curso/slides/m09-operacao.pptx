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Primeiro, o que você não precisa fazer, porque a plataforma faz sozinha. A cada cinco minutos, ela sincroniza os pagamentos com o Mercado Pago. A cada dez, marca as cobranças vencidas. De hora em hora, importa as faturas que chegaram por e-mail, gera as cobranças das faturas aprovadas e faz uma varredura de saúde da operação. Às seis da manhã, expira os boletos vencidos. Às oito, dispara os lembretes de cobrança. O seu time não substitui essas rotinas: trabalha em cima do que elas produzem — os alertas, as filas e as exceções.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rotina diária leva de trinta minutos a duas horas, dependendo do tamanho da operação, e deve começar sempre no mesmo horário, depois das rotinas da manhã. Abra o sino de alertas e trate primeiro os críticos. Trabalhe a fila de faturas pendentes de revisão. Confira e abra as cobranças em rascunho. Emita o Pix ou o boleto das cobranças que vão vencer em breve. Envie os lembretes e as cobranças do dia, com os links prontos de WhatsApp. E responda os chamados de suporte.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vez por semana, olhe o médio prazo. A inadimplência, por faixa de atraso e por consultor. As propostas enviadas sem resposta e as que vão expirar. A ocupação de cada usina e a fila de clientes esperando cota. O quadro de onboarding das usinas novas, com as sete etapas. E faça uma reunião curta com o time, de trinta minutos, olhando esses números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o ciclo mensal, que é o coração da operação. Um: registrar a geração do mês de cada usina, com a energia disponível, e avisar o produtor. Dois: as faturas chegam, normalmente concentradas em alguns dias, conforme o ciclo de leitura da distribuidora; revise e aprove. Três: as cobranças nascem; confira, abra e emita os pagamentos. Quatro: num dia fixo do mês, atualize a lista de rateio na distribuidora, consolidando entradas, saídas e ajustes. Cinco: calcule e faça o repasse ao produtor, com o relatório da usina. E seis: o fechamento, com os indicadores do mês e o relatório executivo, que é o tema do módulo 10. Escreva tudo isso num calendário, com o responsável de cada etapa. Esse é o seu SOP.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as automações fazem o trabalho repetitivo; a equipe trata as filas e as exceções, em ciclos diário, semanal e mensal, cada tarefa com um responsável. Na próxima aula, a principal fila de trabalho: os alertas operacionais.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alertas vêm de quatro grupos. Faturas: problemas na importação por e-mail — caixa inacessível, senha de PDF errada, fatura ilegível, falha ao gravar — e faturas paradas em revisão há três dias. Financeiro: o Mercado Pago recusou emitir um pagamento, a credencial foi recusada, um pagamento não sincroniza há horas, os avisos de pagamento estão falhando, cobranças em rascunho há dois dias, cobranças vencendo em cinco dias sem Pix ou boleto, e os lembretes da régua. Usinas: sem geração registrada no mês, sem energia disponível, energia alocada maior que a disponível, saldo baixo e cliente consumindo acima da cota. E sistema: uma tarefa automática que falhou, uma conta de pagamento ausente ou sem a chave de segurança dos avisos.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alerta tem uma severidade. Os críticos ameaçam a receita ou os clientes agora — credencial do Mercado Pago recusada, energia alocada acima da disponível, rotina de importação parada: trate no mesmo dia. Os avisos pedem ação, mas não são urgentes. E os informativos servem para acompanhar. Na fila diária, a ordem é: críticos, depois o que tem data — como cobranças perto do vencimento —, depois o resto.
Duas características deixam os alertas úteis em vez de barulhentos. Primeiro, cada problema gera um único alerta — por módulo, tipo e registro. Se a mesma caixa de e-mail falha dez vezes, você vê um alerta, renovado, e não dez. Segundo, o alerta se resolve sozinho quando a causa desaparece: a caixa voltou a funcionar, a fatura foi revisada, a geração foi registrada. Você não precisa ficar limpando a lista: ela mostra a situação real. Você também pode marcar um alerta como resolvido manualmente, ou como ignorado, quando ele não se aplica — por exemplo, uma usina em manutenção programada —, e a varredura respeita essa decisão.
O administrador vê todos os alertas. O consultor vê apenas os alertas financeiros da própria carteira — lembretes, cobranças sem boleto, boletos vencidos —, muitas vezes já com o link do WhatsApp e a mensagem pronta. Ele não vê alertas de faturas nem de sistema, que são responsabilidade da operação. Assim, cada pessoa tem a própria fila, sem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os alertas cobrem faturas, financeiro, usinas e sistema; a severidade define a ordem; cada problema gera um alerta único que se resolve sozinho; e cada perfil vê a sua fila. A meta diária é simples: sino sem críticos. Na próxima aula, a saúde das usinas.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três fontes. O monitoramento do inversor, que mostra a geração dia a dia e avisa quando algo para — normalmente acompanhado pela empresa de operação e manutenção. O registro mensal de geração na plataforma, que você faz no ciclo mensal. E a energia injetada que aparece na fatura da unidade da usina, medida pela distribuidora — essa é a oficial, a que gera créditos. As três devem contar a mesma história. Quando divergem, investigue.
Os sinais que exigem atenção: geração abaixo de noventa por cento do esperado para aquele mês — compare com o mesmo mês do ano anterior, por causa da sazonalidade; usina sem registro de geração no mês, que a plataforma aponta como alerta; saldo baixo, que significa pouca margem para clientes novos ou para um mês fraco; energia alocada acima da disponível, o alerta crítico do módulo 6; e clientes consumindo bem acima da cota, o que indica que vale oferecer mais energia, se houver saldo.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um sinal aparece, a sequência é: acionar a operação e manutenção, dentro do prazo de atendimento do contrato; registrar o que aconteceu e o que foi feito nas observações da geração do mês; informar o produtor — que, de qualquer forma, vê a geração no portal dele; e, se o impacto for relevante para a economia dos clientes, avisar os clientes antes que eles percebam na fatura. Comunicar antes transforma um problema em demonstração de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saúde da usina também diz quando crescer. Se todas as usinas estão acima de noventa e cinco por cento de ocupação e a fila de clientes cresce, é hora da próxima usina. E lembre que conseguir e preparar uma usina leva meses: comece a prospecção com antecedência de três a seis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acompanhe três fontes, reaja aos sinais, coordene manutenção, produtor e clientes, e use a ocupação para planejar a expansão. Na próxima aula, o suporte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qualquer operação de assinatura, as mesmas perguntas se repetem. Por que eu paguei duas contas? Quanto eu economizei? O meu crédito não veio este mês. Quero o boleto de novo. Vou mudar de endereço. Quero cancelar. As cinco primeiras têm resposta pronta — e quase todas podem ser respondidas pelo próprio portal: as cobranças com o Pix e o boleto, e o relatório de economia. Escreva uma resposta padrão para cada pergunta, com o tom da sua empresa, e treine o time. A sexta, o cancelamento, merece um tratamento especial, que veremos daqui a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cliente pede para cancelar, siga um roteiro. Primeiro, entenda o motivo, sem pressão. Segundo, mostre a economia acumulada, com o relatório de economia — muitos clientes não sabem quanto já economizaram. Terceiro, resolva a causa se ela tiver solução: uma cota mal dimensionada, um vencimento ruim, uma explicação que faltou. E, se ainda assim ele quiser sair, faça a saída bem feita: respeite o aviso prévio, tire a unidade dele do rateio no dia certo, emita a última cobrança correta. Um cliente que sai bem volta e indica; um que sai brigando fala mal para o bairro inteiro.
O melhor suporte é o proativo. Uma mensagem de boas-vindas explicando as duas contas. Um aviso quando o primeiro crédito aparece na fatura. Um relatório de economia a cada trimestre, mostrando quanto ele já economizou. E um programa de indicação, que transforma clientes satisfeitos em vendedores.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plataforma tem um sistema de chamados. O cliente abre o chamado pelo portal, escolhendo a categoria. A equipe vê todos os chamados, com prioridade e status, responde e pode registrar notas internas, que o cliente não vê. O chamado segue por status — novo, em atendimento, aguardando o cliente, resolvido, fechado —, e, quando o cliente responde, volta automaticamente para atendimento. A vantagem sobre o WhatsApp solto é o histórico: qualquer pessoa da equipe sabe o que já foi conversado com aquele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respostas padrão para as perguntas comuns, chamados com histórico, um roteiro de retenção e relacionamento proativo. No laboratório a seguir, você fecha um mês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um: registre a geração do mês dois da sua usina, com os números da ficha do laboratório. Compare com o mês anterior e com o esperado. A geração ficou dentro da faixa? Anote nas observações.
Passo dois: as faturas do mês dois. Suba os PDFs, filtre as pendentes de revisão e aplique o roteiro de seis passos. Uma das faturas foi preparada com um consumo muito acima da média do cliente: investigue — olhe o histórico, imagine a ligação para o cliente — e registre a conclusão nas observações antes de aprovar. Compare também a energia compensada de cada cliente com o esperado pelo percentual do rateio.
Passos três e quatro: cobranças e pagamentos. Confira os rascunhos, abra, emita os pagamentos. Um cliente teve a fatura do mês um lida errado — a diferença está na ficha do laboratório —: lance o acréscimo, com uma descrição clara. Avance o tempo, simule os pagamentos e trate as vencidas e o boleto vencido, como no módulo 8.
Passo cinco: o rateio. Neste mês, um cliente saiu e outro entrou. Encerre o vínculo de quem saiu, crie o vínculo de quem entrou e atualize a planilha de rateio para enviar à distribuidora. Passo seis: os alertas. Abra os alertas operacionais, clique em escanear agora e trate cada um, começando pelos críticos, até não sobrar nenhum crítico. Passo sete: o repasse. No relatório de usinas, veja o que a usina rendeu no mês e calcule o repasse ao produtor, com a regra do contrato. Troque para o perfil Produtor e confira o que ele vê.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 ·  ETAPA 3 · OPERAÇÃO PONTA A PONTA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contínua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rotina do operador: dia, semana e mês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Alertas operacionais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Saúde da usina e saldo de energia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Suporte e relacionamento com o cliente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 fechamento do mês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a rotina do operador em ciclos diário, semanal e mensal (SOP).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os alertas operacionais como fila de trabalho, entendendo módulos, severidade e autorresolução.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a saúde das usinas (geração, saldo, alocação) e agir em quedas.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Atender clientes com o suporte integrado e reduzir chamados pelo portal.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o fechamento do mês de ponta a ponta no laboratório.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do operador: dia, semana e mês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as tarefas recorrentes em ciclos e montar o SOP da operação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plataforma faz sozinha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diária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semanal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mensal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A ROTINA DO OPERADOR: DIA, SEMANA E MÊS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plataforma faz sozinha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5 min: sincroniza pagamentos · A cada 10 min: marca vencidas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hora em hora: importa faturas por e-mail · gera cobranças de faturas aprovadas · varredura de saúde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489204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06:00: expira boletos vencidos · 08:00: lembretes de cobrança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A ROTINA DO OPERADOR: DIA, SEMANA E MÊS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diária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Sino de alertas: críticos primeiro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de faturas pendentes de revisão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Cobranças em rascunho → conferir e abrir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Cobranças sem Pix/boleto perto do vencimento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Lembretes e cobranças do dia (WhatsApp)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15340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3628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336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93064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Chamados de suporte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A ROTINA DO OPERADOR: DIA, SEMANA E MÊS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semanal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Inadimplência por faixa e por consultor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enviadas sem resposta / a expirar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das usinas (Gestão de Energia) e fila de espera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de onboarding das usinas (Usinas Solar → Onboarding de Usinas)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30 min com o time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A ROTINA DO OPERADOR: DIA, SEMANA E MÊS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mensal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 geração do mês de cada usina (e avisar o produtor)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 chegando → revisar e aprovar (concentradas conforme o ciclo de leitura)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Cobranças → conferir, abrir, emitir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a lista de rateio (entradas, saídas, ajustes) — dia fixo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ao produtor e relatório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5340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3628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336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93064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Fechamento: indicadores do mês e relatório executivo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Automações fazem o repetitivo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trata filas e exceções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diário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15340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3628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336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93064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responsável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operacionais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os alertas como fila de trabalho: módulos, severidade, responsáveis, autorresolução e "ignorar"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os alertas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e prioridade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alerta por problema, e ele se resolve sozinho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vê o quê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ALERTAS OPERACIONAIS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os alertas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Faturas: caixa de e-mail inacessível · senha de PDF inválida · fatura ilegível · falha ao gravar · rotina falhando · fatura em revisão há 3 dias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Financeiro: Mercado Pago recusou emitir · credencial recusada · pagamento sem sincronizar · webhook falhando · rascunho há 2 dias · vencendo em 5 dias sem boleto/Pix · lembretes · boleto vencido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Usinas: sem geração no mês · energia zerada · alocada &gt; disponível · saldo baixo · consumo acima da cota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Sistema: tarefa agendada falhou · tarefa em fila esgotou tentativas · conta Mercado Pago ausente · webhook sem chave secreta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operacionais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325880"/>
            <a:ext cx="36118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e prioridade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Crítico: trate hoje (ameaça receita/clientes)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Aviso: trate na semana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Informativo: acompanhe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976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325880"/>
            <a:ext cx="3611880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alerta por problema, e ele se resolve sozinho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 por módulo + tipo + registro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renovado se repetir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 automaticamente quando a causa some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83880" y="132588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83880" y="1325880"/>
            <a:ext cx="36118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vê o quê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58200" y="2286000"/>
            <a:ext cx="30632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todos os alertas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Consultor: só alertas financeiros da própria carteira (com link de WhatsApp pronto)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operacionais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alert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grupos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define a ordem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alerta por problema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sozinho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perfil vê a sua fila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da usina e saldo de energia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geração, alocação e saldo, e coordenar O&amp;M e produtor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fontes de informação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sinais de alerta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Coordenando O&amp;M e produtor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Planejando a expansão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da usina e saldo de energia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549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325880"/>
            <a:ext cx="55549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554480"/>
            <a:ext cx="50063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fontes de informação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50063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do inversor (diário)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mensal registrada (plataforma)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injetada na fatura da usina (distribuidora)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0780" y="1325880"/>
            <a:ext cx="55549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40780" y="1325880"/>
            <a:ext cx="5554980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515100" y="1554480"/>
            <a:ext cx="50063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sinais de alerta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15100" y="2286000"/>
            <a:ext cx="50063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&lt; 90% do esperado para o mês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sem registro no mês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baixo (≤ 10%)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alocada &gt; disponível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consumindo acima da cota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SAÚDE DA USINA E SALDO DE ENERGIA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Coordenando O&amp;M e produtor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2651760"/>
            <a:ext cx="2377440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651760"/>
            <a:ext cx="1856232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79192" y="2651760"/>
            <a:ext cx="2377440" cy="1463040"/>
          </a:xfrm>
          <a:prstGeom prst="chevron">
            <a:avLst/>
          </a:prstGeom>
          <a:solidFill>
            <a:srgbClr val="113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9232" y="2651760"/>
            <a:ext cx="1856232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 (prazo do contrato)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46904" y="2651760"/>
            <a:ext cx="2377440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66944" y="2651760"/>
            <a:ext cx="1856232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214616" y="2651760"/>
            <a:ext cx="2377440" cy="1463040"/>
          </a:xfrm>
          <a:prstGeom prst="chevron">
            <a:avLst/>
          </a:prstGeom>
          <a:solidFill>
            <a:srgbClr val="113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34656" y="2651760"/>
            <a:ext cx="1856232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 informado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482328" y="2651760"/>
            <a:ext cx="2377440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02368" y="2651760"/>
            <a:ext cx="1856232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informados se o impacto for relevante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SAÚDE DA USINA E SALDO DE ENERGIA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Planejando a expansão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&gt; 95% em todas as usinas + fila de espera = hora da próxima usina (comece o M4 de novo 3–6 meses antes)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fontes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claros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 + produtor + clientes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9516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alta = próxima usina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 relacionamento com o cliente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o atendimento, reduzir chamados e reter clientes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perguntas mais comuns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Retenção: o pedido de cancelamento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proativo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SUPORTE E RELACIONAMENTO COM O CLIENTE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perguntas mais comuns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'Por que paguei duas contas?'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8244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532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5968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'Quanto eu economizei?'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53400" y="132588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628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6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30640" y="143560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'Meu crédito não veio'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'Quero o boleto de novo'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28244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5968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'Vou mudar de endereço'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153400" y="3886200"/>
            <a:ext cx="3642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3628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336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930640" y="3995928"/>
            <a:ext cx="272796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'Quero cancelar'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 relacionamento com o cliente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549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325880"/>
            <a:ext cx="555498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554480"/>
            <a:ext cx="50063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Retenção: o pedido de cancelamento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50063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Entender o motivo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Mostrar a economia acumulada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Resolver a causa (cota, vencimento, explicação)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 sair: sair bem (aviso prévio, rateio, última cobrança)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0780" y="1325880"/>
            <a:ext cx="55549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40780" y="1325880"/>
            <a:ext cx="5554980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515100" y="1554480"/>
            <a:ext cx="50063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proativo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15100" y="2286000"/>
            <a:ext cx="50063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Boas-vindas explicando as duas contas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quando o primeiro crédito chega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economia trimestral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indicação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SUPORTE E RELACIONAMENTO COM O CLIENTE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113842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822960" cy="384048"/>
          </a:xfrm>
          <a:prstGeom prst="roundRect">
            <a:avLst>
              <a:gd name="adj" fmla="val 47619"/>
            </a:avLst>
          </a:prstGeom>
          <a:solidFill>
            <a:srgbClr val="F7A23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08760" y="14630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chamados na plataforma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057400"/>
            <a:ext cx="1092708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abre o chamado no portal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responde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internas invisíveis ao cliente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até fechar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padrão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143560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chamados com histórico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de retenção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95160" y="3995928"/>
            <a:ext cx="4663440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proativo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5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fechamento do mês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o ciclo mensal completo do mês 2, seguindo o SOP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O FECHAMENTO DO MÊS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alert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operacionais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do mês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Geração do mês 2 registrada e comparada com o esperado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Faturas: subir · revisar (6 passos) · resolver pendências · aprovar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Cobranças e pagamentos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Cobranças: conferir · abrir · emitir · ajuste · 4. Pagamentos: baixa · vencidas · reemissão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Rateio, alertas e repasse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Rateio: saída + entrada · 6. Alertas: zero críticos · 7. Repasse e relatório ao produtor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por usina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relatorio_usin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1480" y="13258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17830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Monte a agenda do operador para a primeira semana do mês (faturas chegando).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 sino mostra 12 alertas. Em que ordem você trata?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Quantos chamados por mês você espera com 500 clientes, e como reduzir?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9360" y="132588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1554480"/>
            <a:ext cx="484632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da minha operação: rotina diária, semanal e mensal em uma página, com responsável e horário de cada tarefa; e o mês 2 fechado no laboratório (geração registrada, faturas aprovadas, cobranças abertas e emitidas, alertas zerados ou justificados, relatório para o produtor).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— Operação contínua</dc:title>
  <dc:subject>PptxGenJS Presentation</dc:subject>
  <dc:creator>PptxGenJS</dc:creator>
  <cp:lastModifiedBy>PptxGenJS</cp:lastModifiedBy>
  <cp:revision>1</cp:revision>
  <dcterms:created xsi:type="dcterms:W3CDTF">2026-10-30T11:18:51Z</dcterms:created>
  <dcterms:modified xsi:type="dcterms:W3CDTF">2026-10-30T11:18:51Z</dcterms:modified>
</cp:coreProperties>
</file>