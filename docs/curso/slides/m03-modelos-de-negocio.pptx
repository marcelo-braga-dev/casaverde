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Produtor (65%)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Produtor (65%)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0.423</c:v>
                </c:pt>
                <c:pt idx="2">
                  <c:v>0.403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participantes. O produtor ou investidor é quem coloca o capital na usina: o dono do terreno que construiu a usina, um investidor que busca renda, um fundo. Ele quer retorno previsível e segurança. Os clientes são os assinantes: residências e empresas que querem economizar sem investir. Eles querem economia real, simplicidade e confiança. A distribuidora mede, rateia os créditos e fatura; ela não ganha nem perde com o seu negócio, mas é o seu parceiro operacional obrigatório. Os parceiros são as empresas que constroem a usina, o EPC; que fazem a manutenção, o O&amp;M; os advogados, os contadores e os meios de pagamento. E, no centro, a sua empresa: a gestora. É ela que conecta o capital da usina com a demanda dos clientes, cuida da parte jurídica, da operação mensal e do relacionamento. O valor que você gera é transformar uma usina que só produz créditos num fluxo de receita mensal organizado, com clientes satisfeitos e produtor pago em dia.
O primeiro modelo é o asset-light, ou modelo leve em ativos. A usina é de outra pessoa, e a sua empresa é contratada para encontrar os clientes, organizar a entidade, operar o faturamento e repassar ao dono a parte dele. Você é remunerado por uma taxa de administração sobre o que a usina rende. A vantagem é precisar de pouco capital: o investimento pesado é do produtor. A desvantagem é que a sua margem é uma fatia, e o seu crescimento depende de conseguir usinas. É o modelo mais comum para quem está começando do zero, especialmente quem tem força comercial.
O segundo é o asset-heavy: a sua empresa, ou os seus sócios, investem na usina e também operam a assinatura. Você fica com toda a margem, da usina e da gestão, e constrói um patrimônio de longo prazo. Em compensação, precisa de muito capital, ou de financiamento, e concentra o risco: se a usina para, se a regra muda, se a inadimplência sobe, o impacto é todo seu. É um modelo que costuma vir depois que a empresa já domina 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é o híbrido, e ele é especialmente interessante se você já tem uma empresa de energia solar. Veja o raciocínio. Você já sabe construir usinas. Muitos dos seus clientes, ou conhecidos deles, têm capital e procuram investimento com renda. Você oferece ao investidor uma usina pronta: você constrói, ganhando a margem da obra; você gere a assinatura, ganhando a taxa de administração todo mês; e você faz a manutenção, ganhando o contrato de operação e manutenção. São três receitas sobre a mesma usina, e duas delas recorrentes. Para o investidor, é um pacote completo: ele investe e recebe, sem precisar entender de clientes nem de faturas. Esse modelo transforma uma integradora que vive de vendas pontuais numa empresa com receita recorrente. Para quem está começando do zero, o híbrido também é possível, em parceria com uma integradora local.
Para escolher, responda três perguntas. Quanto capital você tem ou consegue levantar? Qual é a sua maior força: vender, construir ou investir? E quanto risco você aceita? Pouco capital e força comercial apontam para o asset-light. Experiência em obra aponta para o híbrido. Capital e apetite por patrimônio apontam para o asset-heavy. E muitas empresas começam leves e vão ganhando peso com 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sua empresa é a gestora que conecta o capital da usina, os clientes e a operação. Existem três modelos — leve, pesado e híbrido — e a escolha depende do seu capital, da sua força e do seu apetite a risco. Anote o seu modelo na ficha. Na próxima aula, as estruturas jurídicas da geração compartilhada.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consórcio é um contrato entre empresas para um empreendimento comum, previsto na Lei das Sociedades Anônimas. O ponto principal: ele reúne pessoas jurídicas. Na geração compartilhada, o consórcio é usado para reunir empresas clientes — a padaria, a clínica, o escritório —, cada uma com o seu CNPJ. O contrato de consórcio é registrado na Junta Comercial e tem um CNPJ próprio para fins operacionais, mas as empresas participantes continuam independentes. A entrada e a saída de consorciadas é relativamente simples, por aditivo. A grande limitação: em regra, pessoa física não participa de consórcio empresarial. Então, se o seu público inclui residências, o consórcio sozinho não resolve.
A cooperativa é uma sociedade de pessoas que se unem para um objetivo comum, regida pela Lei das Cooperativas. Ela aceita pessoas físicas e, em certas condições, jurídicas, o que a torna adequada para atender residências. Em compensação, exige mais estrutura: um número mínimo de cooperados para ser constituída, estatuto, assembleia geral, conselhos, cotas-parte, registro e uma governança democrática, em que cada cooperado tem um voto. Isso significa que a sua empresa, como gestora, não manda na cooperativa: ela é contratada pela cooperativa para prestar os serviços de gestão, e quem aprova as decisões importantes é a assembleia. Muitas operações grandes de assinatura para residências usam cooperativas. Exige mais disciplina de governança, mas dá escala no público de pessoa física.
A associação civil é uma união de pessoas sem fins lucrativos, prevista no Código Civil. Também aceita pessoas físicas e jurídicas, e costuma ser mais simples de constituir e manter do que a cooperativa: estatuto, assembleia e diretoria, sem o número mínimo e as exigências específicas das cooperativas. Como é sem fins lucrativos, a associação não distribui lucro aos associados; a sua empresa é remunerada por um contrato de prestação de serviços de gestão com a associação. É uma opção usada no mercado para reunir residências e pequenos negócios, mas exige atenção ao desenho para que a associação tenha de fato a finalidade de reunir os associados para a geração compartilhada.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condomínio civil voluntário é a copropriedade de um bem — no caso, a usina — por várias pessoas, cada uma com a sua fração. Funciona bem quando são poucos participantes estáveis, por exemplo um grupo de investidores que também consome a energia. Para uma operação de assinatura com centenas de clientes entrando e saindo, ele é pouco prático, porque cada entrada ou saída mexe na propriedade do bem.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comparação. Consórcio: só empresas, simples, ótimo para uma carteira de comércios e serviços. Cooperativa: aceita pessoas físicas, exige governança forte, indicada para escala em residências. Associação: aceita pessoas físicas, mais simples que a cooperativa, exige cuidado no desenho. Condomínio: bom para poucos participantes estáveis. Na prática, muitas empresas usam mais de uma estrutura: um consórcio para os clientes empresariais e uma cooperativa ou associação para os residenciais, cada uma ligada a usinas específicas. E lembre: cada usina tem um titular. Ela fica vinculada a uma entidade, e os clientes dessa usina precisam participar dessa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forma jurídica define o seu público. Para empresas, o consórcio é o caminho mais simples. Para residências, cooperativa ou associação. E toda estrutura deve ser validada por um advogado especializado. Na próxima aula, vamos ver como a usina chega a essa entidade e como a sua empresa é remunerada, sem cair no erro de "vender energia".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relações contratuais típicas. A primeira: o produtor, dono da usina, aluga ou arrenda a usina para a entidade — o consórcio, a cooperativa ou a associação. A entidade passa a ser a titular da unidade consumidora da usina perante a distribuidora, e paga ao produtor um aluguel. A segunda: os clientes aderem à entidade, tornando-se consorciados, cooperados ou associados, e recebem um percentual dos créditos. Como participantes, eles contribuem para cobrir os custos da entidade, que incluem o aluguel da usina e os serviços de gestão. A terceira: a entidade contrata a sua empresa para fazer a gestão — captar clientes, manter o rateio, faturar, cobrar, pagar o produtor, atender. E a quarta: a sua empresa, ou a entidade, contrata parceiros, como manutenção da usina, assessoria jurídica e contábil e meios de pagamento. O que o cliente paga todo mês é a contribuição dele para a entidade, proporcional à energia compensada e menor do que a economia que ele teve. É o que o mercado chama, comercialmente, de assinatura.
Agora, os cuidados. Primeiro: evite, nos contratos, na publicidade e no discurso dos vendedores, a ideia de que a empresa vende energia ou vende créditos. Use a linguagem correta: participação na geração compartilhada, locação da usina, gestão. Isso não é só semântica: a estrutura jurídica precisa refletir a realidade, e órgãos reguladores e de defesa do consumidor olham para isso. Segundo: cuidado com promessas de economia. A economia depende da tarifa, da regra do Fio B e da geração da usina. Prometa com base em cálculos, com as condições e as ressalvas por escrito. Terceiro: todo cliente que recebe créditos precisa, de fato, participar da entidade titular da usina, com a documentação em ordem. Incluir uma unidade no rateio sem esse vínculo é um risco regulatório sério.
Outro ponto: o seu cliente, especialmente a pessoa física, é um consumidor, protegido pelo Código de Defesa do Consumidor. Isso significa contrato claro, informação adequada sobre como a economia é calculada, condições de cancelamento razoáveis e nada de cláusulas escondidas. Uma empresa de assinatura vive de recorrência, e recorrência vive de confiança. Multas de cancelamento abusivas e economia que não aparece geram reclamação, processo e, pior, reputação ruim numa região — e a assinatura é um negócio local, onde a indicação vale muito.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essa estrutura aparece de forma simples. A cobrança do cliente nasce da energia compensada na fatura, com o desconto contratado. Do que a usina rende, uma parte é a taxa de administração, a remuneração da gestão, e o restante é o repasse ao produtor. Os percentuais ficam nas configurações e nas regras de cada produtor e de cada cliente. Na próxima aula, vamos fazer essa conta centavo por centavo.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usina é locada à entidade, os clientes participam da entidade e contribuem com os custos, e a sua empresa é contratada para gerir tudo. Use a linguagem certa, prometa com cálculo e trate o cliente como consumidor. Na próxima aula, a conta do quilowatt-hora.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variáveis comandam o negócio. A primeira é o valor do crédito, que você calculou no módulo 2: no nosso exemplo, sessenta e oito centavos por quilowatt-hora em 2026. A segunda é o desconto que você dá ao cliente: vamos usar vinte por cento sobre o valor do crédito. A terceira é a taxa de administração, a remuneração da sua empresa: vamos usar quinze por cento do valor do crédito. Esses dois percentuais são os padrões que a plataforma traz nas configurações, e você vai poder alterá-los no laboratório. Para simplificar, nesta aula vou trabalhar com valores sem impostos.
Vamos dividir. Cada quilowatt-hora compensado vale sessenta e oito centavos para o cliente. Como ele tem vinte por cento de desconto, paga oitenta por cento disso: cinquenta e quatro centavos e quatro décimos. Ou seja, ele economiza treze centavos e seis décimos por quilowatt-hora. Do valor do crédito, quinze por cento, dez centavos e dois décimos, são a taxa de administração da sua empresa. E o produtor recebe o restante: sessenta e oito, menos a economia do cliente, menos a taxa de administração, dá quarenta e quatro centavos e dois décimos. Em percentuais do crédito: vinte por cento viram economia do cliente, quinze por cento ficam com a gestora e sessenta e cinco por cento vão para o produtor. É exatamente essa a fórmula que a plataforma usa na proposta para o produtor: valor pago ao produtor por quilowatt-hora igual ao crédito menos o desconto do consumidor menos a taxa de administração.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uma usina inteira, a nossa Sol Nascente I, com sessenta mil quilowatts-hora por mês, todos alocados. Os clientes pagam, somados, sessenta mil vezes cinquenta e quatro centavos e quatro décimos: trinta e dois mil, seiscentos e quarenta reais por mês. Eles economizam juntos oito mil, cento e sessenta reais por mês. A sua empresa fica com seis mil, cento e vinte reais de taxa de administração. E o produtor recebe vinte e seis mil, quinhentos e vinte reais por mês, ou cerca de trezentos e dezoito mil por ano. Repare que isso só acontece se a usina estiver cem por cento alocada e todos pagarem. Energia não alocada não gera receita para ninguém.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olhar pelo lado do produtor, porque você vai precisar convencê-lo. Uma usina de quinhentos kWp no solo pode custar, como ordem de grandeza, algo em torno de três reais e cinquenta por watt-pico, incluindo a conexão — então perto de um milhão e setecentos e cinquenta mil reais. Esse valor varia muito com o preço dos equipamentos, o terreno e a obra de conexão, então confira sempre com orçamentos atuais. Ele recebe cerca de trezentos e dezoito mil por ano, e paga a manutenção e o seguro — digamos vinte e cinco mil por ano. O retorno simples fica em torno de seis anos, para uma usina que dura vinte e cinco ou mais. Para um investidor, é uma conta atraente, desde que a usina fique cheia de clientes que pagam. E quem garante isso é a sua empresa. É por isso que um bom produtor escolhe a gestora com cuidado.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um ponto em que muitos empreendedores erram na venda. O desconto de vinte por cento é sobre o valor da energia compensada, não sobre a conta inteira. Veja a padaria, com dois mil e quinhentos quilowatts-hora, numa conta de cerca de dois mil e seiscentos reais, com impostos. Depois da assinatura, ela ainda paga para a distribuidora o mínimo trifásico e a parcela do Fio B que não é compensada — algo como quatrocentos e setenta e oito reais neste exemplo. E paga para a sua empresa a cobrança da energia compensada com vinte por cento de desconto — perto de mil seiscentos e noventa e cinco reais. O total fica em torno de dois mil, cento e setenta e três reais. A economia real é de uns quatrocentos e vinte e sete reais por mês, cerca de dezesseis por cento da conta. Continua sendo um ótimo negócio para a padaria, mas não são vinte por cento da conta. Na proposta e no contrato, deixe isso claro, com a conta feita para o cliente. É o que a proposta da plataforma faz, e o que você vai praticar no módulo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taxa de administração não é lucro. Dela saem custos que variam com o volume. O meio de pagamento, Pix ou boleto, cobra uma tarifa: digamos um e meio por cento sobre o que os clientes pagam, perto de quatrocentos e noventa reais. A inadimplência: mesmo numa boa operação, uma parte não paga, ou paga muito atrasada; reserve, digamos, três por cento, cerca de novecentos e oitenta reais. E os impostos da sua empresa sobre a receita, que dependem do regime tributário — digamos dez por cento da taxa, seiscentos e doze reais. Sobra uma margem de contribuição de cerca de quatro mil reais por usina por mês, perto de sete centavos por quilowatt-hora. Essa margem é que paga a estrutura fixa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quanto é a estrutura fixa? Imagine um operador, um vendedor com salário fixo além das comissões, a plataforma, o contador, o jurídico e um escritório simples: dezoito mil reais por mês. Dividindo pelos sete centavos de margem por quilowatt-hora, a empresa precisa de cerca de duzentos e setenta mil quilowatts-hora por mês alocados e pagos para empatar. Isso são quatro usinas e meia do tamanho da Sol Nascente, ou uns quinhentos e quarenta clientes residenciais de quinhentos quilowatts-hora. Essa é a pergunta que todo empreendedor precisa responder antes de começar: quanto tempo eu levo para chegar ao ponto de equilíbrio, e como eu financio a empresa até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 crédito se divide entre a economia do cliente, a taxa da gestora e o repasse ao produtor; da taxa saem custos variáveis, e a margem que sobra paga a estrutura fixa. Monte a sua conta na calculadora. Na próxima aula, o que acontece com essa conta quando o Fio B sobe.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Primeiro, o efeito com a política que usamos até aqui: desconto e taxa como percentuais do crédito. Mantendo a tarifa constante, o crédito cai de sessenta e oito para sessenta e dois centavos entre 2026 e 2028, uma queda de quase nove por cento. E todo mundo perde junto, na mesma proporção: a economia do cliente cai de treze vírgula seis para doze vírgula quatro centavos, a taxa da gestora de dez vírgula dois para nove vírgula três, e o repasse do produtor de quarenta e quatro vírgula dois para quarenta vírgula três. É uma divisão justa do impacto: ninguém é surpreendido sozinho. Repare que eu chamei de cenário de estresse: na vida real, a tarifa costuma ser reajustada todo ano, normalmente para cima, o que compensa parte dessa queda. Mas planeje pelo cenário conservador.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Existem três políticas principais. A primeira, que acabamos de ver, é o desconto percentual sobre o crédito. O impacto é dividido entre todos, e a economia do cliente continua existindo, embora menor. A segunda é cobrar do cliente um preço fixo por quilowatt-hora, por exemplo cinquenta e quatro centavos, independentemente do valor do crédito. Parece seguro para a empresa, mas, quando o crédito cai para sessenta e dois, a economia do cliente despenca de treze para oito centavos, e ele começa a se perguntar se vale a pena — e cancela. A terceira é garantir ao cliente uma economia fixa sobre a conta total, por exemplo quinze por cento. Comercialmente, é a promessa mais forte, mas toda a queda do crédito é absorvida pela gestora e pelo produtor, e, se a regra mudar em 2029, a empresa pode ficar com margem negativa. A minha recomendação, para a maioria das empresas, é a política A, com contrato transparente que explica que a economia acompanha as regras e a tarifa da distribuidora.
O mesmo raciocínio vale para o produtor. Se a entidade paga ao produtor um aluguel fixo por mês, ele fica protegido de tudo: da queda do crédito, da usina meio vazia, da inadimplência. Quem assume esses riscos é a gestora. Se o aluguel é variável, um percentual do que a usina rende, o risco é compartilhado. Produtores preferem fixo; gestoras saudáveis preferem variável, ou um modelo misto, com um mínimo garantido baixo e uma parte variável. Se você assumir aluguel fixo, sua margem precisa ser bem maior, porque você está vendendo um seguro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depois de 2028? A lei prevê que a regra passa a seguir a valoração dos custos e benefícios da geração distribuída, conduzida pela ANEEL. Até que isso esteja definido, ninguém sabe exatamente quanto vai valer o crédito. A atitude profissional é trabalhar com cenários. Um otimista, em que o crédito fica parecido com 2028. Um base, um pouco abaixo. E um pessimista, com uma queda mais forte. Rode a sua calculadora nos três e veja em qual deles a empresa ainda para de pé. E proteja os contratos: com o cliente, com o produtor e com a entidade, inclua cláusulas de reequilíbrio em caso de mudança regulatória, revisadas pelo seu advogado. Empresas que travaram promessas fixas por dez anos sem essas cláusulas são as primeiras a ter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observação: se você conseguir usinas enquadradas no GD um, a conta muda bastante, porque o crédito não sofre a transição. Isso dá espaço para um desconto maior ao cliente, uma remuneração maior ao produtor ou uma margem maior para você. Por isso, essas usinas são disputadas — e é por isso que a verificação do enquadramento é obrigatória antes de fechar qualquer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 crédito encolhe até 2028, e a política de desconto define quem absorve isso. A recomendação é desconto percentual sobre o crédito, remuneração do produtor variável ou mista, cenários para 2029 e contratos com cláusula de reequilíbrio. No laboratório a seguir, você vai configurar esses parâmetros na plataforma e fechar a conta do seu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números na tela, responda três perguntas de empresário. Primeiro: com o ritmo de vendas que você acredita conseguir, em quantos meses chega ao ponto de equilíbrio? Se você fecha trinta clientes por mês e precisa de quinhentos e quarenta, a conta simples diz dezoito meses. Mas olhe a projeção de trinta e seis meses da aba: com um por cento de clientes cancelando por mês, a comissão de cada venda e o crédito caindo ano a ano, o exemplo do curso só fica no positivo por volta do mês trinta e três. É por isso que a conta simples engana. Segundo: quanto dinheiro você precisa para pagar a estrutura até lá? Some os prejuízos mensais até o empate: esse é o capital de giro mínimo do seu plano. No exemplo, a aba mostra algo em torno de trezentos e sessenta mil reais — um número que muita gente descobre tarde demais. Terceiro: em 2028, e no cenário pessimista de 2029, a empresa ainda dá lucro? Se não dá, mude o modelo agora, no papel, e não depois de abrir a empresa. Às vezes, a resposta é começar com uma estrutura fixa menor, ou buscar usinas GD um, ou focar em clientes empresariais, que trazem mais volume por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Configurações e depois Configurações Padrão. Você vai ver três campos que importam para o negócio. A taxa de desconto é o desconto padrão que a sua empresa oferece aos clientes; ela é aplicada automaticamente quando um cliente novo é cadastrado e quando a proposta comercial é gerada, e pode ser alterada cliente a cliente depois. A taxa de administração é a sua remuneração como gestora, em percentual do valor do crédito; ela vira a regra padrão de cada produtor novo. E a redução de consumo do consumidor é o desconto que a proposta ao produtor considera que será dado aos clientes, para calcular quanto sobra para ele. Em geral, esse terceiro número deve ser igual ao desconto padrão do cliente, para que a proposta ao produtor seja coerente com o que você vai praticar.
Para seguir as gravações do curso, use vinte por cento de desconto, quinze por cento de taxa de administração e vinte por cento de redução de consumo. Salve. Se o seu modelo de negócio for diferente — por exemplo, um desconto de quinze por cento para empresas e de dezoito para residências —, você vai poder ajustar o desconto de cada cliente individualmente no cadastro dele. O padrão é só o ponto de partida. Uma dica de gestão: alterar o padrão não muda clientes e produtores já cadastrados. Isso é proposital, para que uma mudança de política não altere contratos em andamento sem você perceber.
Agora, a calculadora. Abra a aba Meu modelo. Na parte de cima, coloque o valor do crédito da sua distribuidora para 2026, 2027 e 2028, que você calculou no módulo 2. Depois, o desconto e a taxa que você acabou de configurar. Em seguida, os custos variáveis: a tarifa do meio de pagamento, a reserva de inadimplência e os impostos sobre a sua receita — peça ao seu contador o percentual do seu regime. Depois, os custos fixos mensais: liste tudo, com honestidade. Pessoas, plataforma, contador, jurídico, escritório, marketing. E a comissão do vendedor por cliente fechado. A calculadora mostra a margem por quilowatt-hora, o ponto de equilíbrio em quilowatts-hora, em número de usinas e em número de clientes, e o resultado em cada ano. Mude os números e veja o efeito. O que acontece com o ponto de equilíbrio se o desconto for de vinte e cinco por cento? E se a taxa for de doze?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negócio em GD compartilhada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GD compartilhada como negócio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Consórcio, cooperativa, associação e condomínio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Locação de usina e "assinatura de energia": o que pode e o que não pode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do kWh da distribuidora ao repasse do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Fio B na conta do negócio (2026–2029)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configurando os parâmetros do seu negócio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 cadeia de valor (produtor/investidor, sua empresa, clientes, distribuidora, parceiros) e escolher entre os modelos asset-light, asset-heavy e híbrido.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consórcio, cooperativa, associação civil e condomínio para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remuneração sem "vender energia" ou "vender créditos".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unit economics do kWh: valor do crédito, desconto do cliente, taxa de administração, repasse ao produtor, custos variáveis e margem.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efeito da transição do Fio B (2026–2028) e escolher a política de desconto.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cadeia de valor e escolher entre os modelos asset-light, asset-heavy e híbrido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Produtor/investidor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(você)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Asset-light: a usina é de terceiros; você capta clientes e gere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pouco capital · + escala rápida · − margem menor · − depende de conseguir usinas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Asset-heavy: você investe na usina e opera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fica com toda a margem · + ativo de longo prazo · − capital alto · − risco concentrado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Híbrido para empresas solares: constrói (EPC) + gere (assinatura) + mantém (O&amp;M) = três receitas na mesma usina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Quanto capital você tem?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Qual a sua força: vender, construir ou investir?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 risco aceita?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gestora: conecta capital, clientes e operação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Asset-light, asset-heavy ou híbrido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as formas jurídicas da geração compartilhada e entender os critérios de escolha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(Lei 6.404, arts. 278–279): reúne pessoas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registrado na Junta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consorciada mantém sua personalidade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de entrar e sair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(Lei 5.764/1971): pessoas físicas e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assembleia, conselho, estatuto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cotas-parte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democrática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 (Código Civil): pessoas físicas e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fins lucrativos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estatuto e assembleia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simples que cooperativa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 voluntário: copropriedade da usina por vários titulares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para poucos participantes, ruim para alta rotatividade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84280" cy="914400"/>
        </p:xfrm>
        <a:graphic>
          <a:graphicData uri="http://schemas.openxmlformats.org/drawingml/2006/table">
            <a:tbl>
              <a:tblPr/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Consórcio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física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(em regra)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Complexidade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Entrada/saída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 para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Empresas (B3)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em escala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 pequenos negócios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Poucos participantes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→ consórcio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→ cooperativa ou associação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com advogado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fluxo contratual (produtor → entidade → clientes → gestora) e os limites legais da remuneração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Locação da usina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Adesão do cliente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Gestão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Serviços de 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2976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1325880"/>
            <a:ext cx="36118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Vender créditos ou 'energia' ao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Prometer economia que depende de regra que pode mudar, sem ressalva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Incluir cliente na usina sem participação na entidade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83880" y="1325880"/>
            <a:ext cx="3611880" cy="49377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1325880"/>
            <a:ext cx="36118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58200" y="15544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286000"/>
            <a:ext cx="30632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claro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adequada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possível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letras miúdas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LOCAÇÃO DE USINA E "ASSINATURA DE ENERGIA": O QUE PODE E O QUE NÃO PODE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2651760"/>
            <a:ext cx="577900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651760"/>
            <a:ext cx="525780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do cliente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80760" y="2651760"/>
            <a:ext cx="577900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651760"/>
            <a:ext cx="525780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+ taxa de administração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locada à entidade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participam da entidade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é contratada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e contratos corretos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Calcular, por kWh e por usina, quanto o cliente economiza, quanto a gestora retém, quanto o produtor recebe e o ponto de equilíbrio da empresa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(T): R$ 0,68/kWh (GD II, 2026, exemplo)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ao cliente (d): 20% de 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 (a): 15% de 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paga: 0,68 × (1 − 0,20) = R$ 0,544 → economiza R$ 0,136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Gestora: 0,68 × 0,15 = R$ 0,102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0,68 − 0,136 − 0,102 = R$ 0,442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UFV Sol Nascente I: 60.000 kWh/mês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 pagam: 60.000 × 0,544 = R$ 32.640/mês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Economia dos clientes: R$ 8.160/mês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Gestora: R$ 6.120/mês · Produtor: R$ 26.520/mês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Investimento (ex.): 500 kWp × R$ 3,50/Wp ≈ R$ 1,75 milhão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Receita: ~R$ 318 mil/ano − O&amp;M e seguro (~R$ 25 mil/ano)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Retorno simples ≈ 6 anos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Antes: 2.500 kWh × R$ 1,04 = R$ 2.600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Depois: distribuidora ≈ R$ 478 (mínimo + Fio B não compensado) + sua cobrança ≈ R$ 1.695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R$ 2.173 → economia ≈ R$ 427 (≈ 16%)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1046988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por usina ≈ R$ 4.000/mês (≈ R$ 0,067/kWh)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Custos fixos (ex.): R$ 18.000/mês (operação, comercial fixo, plataforma, contador, jurídico, escritório)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Ponto de equilíbrio = 18.000 ÷ 0,067 ≈ 270.000 kWh/mês ≈ 4,5 usinas ≈ 540 clientes de 500 kWh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→ cliente (d) + gestora (a) + produtor (resto)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≠ taxa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em kWh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impacto da transição do Fio B e escolher a política de desconto e de remuneração do produtor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325880"/>
          <a:ext cx="58521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92240" y="132588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constante (sem reajuste) — cenário de estresse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880360"/>
          <a:ext cx="530352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Economia cliente (20%)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Gestora (15%)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Produtor (65%)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0,423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325880"/>
            <a:ext cx="5554980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% sobre o crédito — todos dividem o impacto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Preço fixo por kWh ao cliente — cliente perde economia; risco de churn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Economia garantida sobre a conta total — gestora e produtor absorvem tudo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40780" y="1325880"/>
            <a:ext cx="555498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40780" y="1325880"/>
            <a:ext cx="5554980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15100" y="1554480"/>
            <a:ext cx="500634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15100" y="2286000"/>
            <a:ext cx="5006340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fixo (R$/mês): produtor sem risco; gestora assume vacância, inadimplência e Fio 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(% do rendimento): risco compartilhado; gestora protegida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554480"/>
            <a:ext cx="10652760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Planeje 2029+ com cenários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Cláusula de reequilíbrio regulatório nos contratos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GD I: crédito sem a transição até 2045 → margem maior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às condições do direito adquirido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% sobre o crédito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2029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cláusula de reequilíbrio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os parâmetros do seu negócio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desconto padrão, taxa de administração e desconto usado nas propostas de produtor; fechar "A conta do meu negócio"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LABORATÓRIO: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quantos meses chego ao ponto de equilíbrio?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capital preciso até lá?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2028 (e no cenário pessimista de 2029) a empresa ainda dá lucro?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figuraco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desconto (%) → desconto padrão do cliente · Taxa de administração (%) → remuneração da gestora (produtor) · Redução de consumo do Consumidor (%) → desconto considerado na proposta ao produtor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os seus valores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do curso: 20% · 15% · 20%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aba "Meu modelo" na calculadora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Entradas: crédito · % desconto · % taxa · custos variáveis · custos fixos · comissão · Saídas: margem/kWh · ponto de equilíbrio · resultado por ano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32588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" y="1783080"/>
            <a:ext cx="557784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Crédito R$ 0,68; desconto 20%; taxa 15%. Quanto o cliente paga, a empresa retém e o produtor recebe por kWh?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Custos fixos de R$ 18.000/mês e margem de contribuição de R$ 0,08/kWh: ponto de equilíbrio?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 o crédito caindo de 0,68 para 0,62, quanto cai a receita da taxa de administração por kWh?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09360" y="1325880"/>
            <a:ext cx="5486400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629400" y="1554480"/>
            <a:ext cx="484632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 (aba "Meu modelo" da calculadora): modelo escolhido (asset-light/heavy/híbrido), estrutura jurídica pretendida, desconto ao cliente, taxa de administração, repasse ao produtor, custos fixos mensais, ponto de equilíbrio em kWh e em número de clientes, cenário 2026/2027/2028.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— Modelos de negócio em GD compartilhada</dc:title>
  <dc:subject>PptxGenJS Presentation</dc:subject>
  <dc:creator>PptxGenJS</dc:creator>
  <cp:lastModifiedBy>PptxGenJS</cp:lastModifiedBy>
  <cp:revision>1</cp:revision>
  <dcterms:created xsi:type="dcterms:W3CDTF">2026-10-30T11:18:51Z</dcterms:created>
  <dcterms:modified xsi:type="dcterms:W3CDTF">2026-10-30T11:18:51Z</dcterms:modified>
</cp:coreProperties>
</file>