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fatura com geração distribuída tem os blocos de sempre e mais um: as informações da geração distribuída.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itens faturados, o consumo aparece positivo e a energia compensada, negativa. A diferença por quilowatt-hora entre a TUSD consumida e a compensada é justamente o Fio B que não é compensado.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que importa é o consumo injetado: a soma em reais das linhas compensadas. É o que o cliente deixou de pagar à distribuidora, e a sua cobrança parte dele, com o desconto. Não use o valor total da fatura, que inclui itens que não são da sua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de informações da geração distribuída é o seu termômetro: saldo crescendo indica cota alta; créditos a expirar exigem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esperado é o percentual do rateio vezes a energia injetada pela usina no ciclo. Pequenas diferenças vêm dos ciclos de leitura; grandes exigem investigação.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seis situações da tela cobrem quase tudo. Um princípio vale para todas: você cobra só o que foi compensado no mês. Crédito parado no saldo é receita adiada e, se expirar, perdida.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o erro é da distribuidora, registre nas observações da fatura, guarde o protocolo e acompanhe 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cadastra na distribuidora um e-mail da sua empresa, um por cliente. De hora em hora, a plataforma lê as caixas, desbloqueia o PDF, extrai os dados e coloca a fatura na fila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upload manual continua útil nos casos da tela. E, quando algo falha na importação, um alerta operacional avisa e se resolve sozinho quando volta a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Aba Integração: e-mail de recebimento senha do PDF filtro de remetente
Histórico de Importação: cada execução, cada e-mail, cada erro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fatura tem dois status: o da leitura automática e o da revisão humana. Só a aprovada gera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sempre os seis passos da tela. Leva menos de dois minutos por fatura e evita a maioria dos erros de cobrança.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pendências automáticas ajudam. As de erro impedem uma aprovação segura; as de aviso pedem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Revise em lote, num horário fixo, e justifique toda correção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Financeiro, Faturas de Concessionárias, crie uma fatura: cliente, UC e o PDF da pasta do curso.
Confira titular, referência, vencimento, consumo e a energia compensada contra o esperado.
Confira consumo injetado, margem de desconto e valor ao cliente. Usina vinculada correta e nenhuma pendência.
Escreva a observação da revisão e aprove: fica registrado quem revisou e quando.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Repita para as outras faturas, usando os filtros por status e por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UC vinculada: cadastre a UC do número da instalação e vincule-a na correção manual.
Duplicada: compare com a existente e rejeite a duplicata, com observação.
Valor ou consumo inválido: complete a correção manual a partir do PDF. A plataforma não aceita valor vazio.
Sem regra de desconto: crie a regra na ficha do cliente e confira a margem na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Alertas Operacionais, filtre por faturas e confira se não restou problema de importação.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e compensação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Anatomia da fatura com compensação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Créditos, saldo e quando a conta não fecha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Importação automática por e-mail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Revisão de fatura: o que conferir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upload, revisão e aprovação de faturas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resolvendo pendências de fatura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as linhas de compensação de uma fatura (energia injetada/compensada, bandeira, saldo de créditos).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Diagnosticar quando os créditos não batem com o rateio esperado.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a importação automática por e-mail (caixa por cliente, senha do PDF, filtro de remetente).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uma fatura com critério: dados extraídos, pendências, margem de desconto, usina vinculada.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Importar, revisar, corrigir e aprovar faturas na plataforma, resolvendo pendências.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Anatomia da fatura com compensação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e interpretar as linhas de compensação na fatura da distribuidora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blocos da fatura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linhas de compensação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injetado: o número que importa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bloco de informações da GD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blocos da fatura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e consumo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faturados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Informações da GD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fatura com geração distribuída tem os blocos de sempre e mais um: as informações da geração distribuída.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linhas de compensação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(positivo) − Energia injetada/compensada (negativo) = o que sobra para pagar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itens faturados, o consumo aparece positivo e a energia compensada, negativa. A diferença por quilowatt-hora entre a TUSD consumida e a compensada é justamente o Fio B que não é compensado.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injetado: o número que importa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Consumo injetado (R$) = soma das linhas compensadas (TE + TUSD + bandeira)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R$ 2.119,00 → cobrança ao cliente = 2.119,00 × (1 − 20%) = R$ 1.695,20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importa é o consumo injetado: a soma em reais das linhas compensadas. É o que o cliente deixou de pagar à distribuidora, e a sua cobrança parte dele, com o desconto. Não use o valor total da fatura, que inclui itens que não são da sua operação.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ANATOMIA DA FATURA COM COMPENSAÇÃO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bloco de informações da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Recebidos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utilizados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expirar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bloco de informações da geração distribuída é o seu termômetro: saldo crescendo indica cota alta; créditos a expirar exigem 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(+)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compensação (−)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 = base da cobrança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da GD = termômetro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Créditos, saldo e quando a conta não fecha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Diagnosticar divergências entre créditos esperados e faturados e agir em cada caso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esperado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situações e o que fazer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registrar e cobrar a distribuidora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CRÉDITOS, SALDO E QUANDO A CONTA NÃO FECHA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esperado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Créditos esperados = % do rateio × energia injetada da usina no ciclo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Ex.: 4% × 58.000 = 2.320 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esperado é o percentual do rateio vezes a energia injetada pela usina no ciclo. Pequenas diferenças vêm dos ciclos de leitura; grandes exigem investigação.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CRÉDITOS, SALDO E QUANDO A CONTA NÃO FECHA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situações e o que fazer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Nenhum crédito → rateio não aplicado / UC fora da lista / titularidade → conferir protocolo, cobrar a distribuidora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Créditos menores → geração baixa / % digitado errado → conferir geração e lista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Créditos maiores que o consumo → saldo acumulando → revisar cota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Leitura estimada pela média → acerto no mês seguinte → anotar e acompanhar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Créditos para a UC errada → erro na lista → corrigir e pedir refaturamento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Créditos a expirar → cota alta ou cliente consumindo menos → reduzir cota/redistribuir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seis situações da tela cobrem quase tudo. Um princípio vale para todas: você cobra só o que foi compensado no mês. Crédito parado no saldo é receita adiada e, se expirar, perdida.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CRÉDITOS, SALDO E QUANDO A CONTA NÃO FECHA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registrar e cobrar a distribuidora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na revisão da fatura (observações)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na distribuidora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resposta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ouvidoria/ANEEL se necessário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erro é da distribuidora, registre nas observações da fatura, guarde o protocolo e acompanhe o prazo.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Esperado = % × injetada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situações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e protocole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Importação automática por e-mail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e configurar a importação automática de faturas por e-mail (IMAP)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ideia: uma caixa de e-mail por 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upload manual continua existindo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IMPORTAÇÃO AUTOMÁTICA POR E-MAIL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ideia: uma caixa de e-mail por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 da sua empresa (1 por cliente)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lê de hora em hora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cadastra na distribuidora um e-mail da sua empresa, um por cliente. De hora em hora, a plataforma lê as caixas, desbloqueia o PDF, extrai os dados e coloca a fatura na fila de revisão.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IMPORTAÇÃO AUTOMÁTICA POR E-MAIL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upload manual continua existindo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manual: fatura de cliente novo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via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 sem e-mail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não reconhecido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upload manual continua útil nos casos da tela. E, quando algo falha na importação, um alerta operacional avisa e se resolve sozinho quando volta a funcionar.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IMPORTAÇÃO AUTOMÁTICA POR E-MAIL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4197096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Configurando o cliente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4974336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 Integração: e-mail de recebimento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 do PDF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remetente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08776" y="1325880"/>
            <a:ext cx="543153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91656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6391656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306056" y="1463040"/>
            <a:ext cx="4197096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Acompanhando a importação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37376" y="2057400"/>
            <a:ext cx="4974336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Importação: cada execução, cada e-mail, cada erro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caixa por cliente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 do PDF cadastrada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de hora em hora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avisam falhas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para exceções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de fatura: o que conferir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um roteiro de revisão antes de aprovar uma fatura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status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revisão em seis passos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pendências automáticas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 práticas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de status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Extração: pendente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sucesso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Revisão: pendente de revisão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corrigida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aprovada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rejeitada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fatura tem dois status: o da leitura automática e o da revisão humana. Só a aprovada gera cobrança.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revisão em seis passos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e UC corretos (titular, número da instalação)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e vencimento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e valor total coerentes com o histórico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injetada/compensada: kWh esperado × faturado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injetado (R$) e margem de desconto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vinculada e pendências zeradas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Siga sempre os seis passos da tela. Leva menos de dois minutos por fatura e evita a maioria dos erros de cobrança.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pendências automáticas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do leitor automático (erro)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sem UC vinculada (erro)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sem regra de desconto ativa (aviso)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total inválido (erro)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ausente ou inválido (aviso)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duplicada para a UC e referência (erro)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da fatura ≠ vínculo ativo da UC (aviso)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pendências automáticas ajudam. As de erro impedem uma aprovação segura; as de aviso pedem atenção.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REVISÃO DE FATURA: O QUE CONFERIR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 práticas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em lote, no mesmo dia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aprovar com pendência de erro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justificar correções nas observações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dupla checagem acima de um valor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em lote, num horário fixo, e justifique toda correção manual.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passos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de erro bloqueiam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correções justificadas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upload, revisão e aprovação de faturas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o PDF de uma fatura, conferir a extração, revisar e aprovar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UPLOAD, REVISÃO E APROVAÇÃO DE FATURAS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de concessionárias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Subindo o PDF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Financeiro, Faturas de Concessionárias, crie uma fatura: cliente, UC e o PDF da pasta do curso.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Conferindo a extração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titular, referência, vencimento, consumo e a energia compensada contra o esperado.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da cobrança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consumo injetado, margem de desconto e valor ao cliente. Usina vinculada correta e nenhuma pendência.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Revisando e aprovando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Escreva a observação da revisão e aprove: fica registrado quem revisou e quando.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UPLOAD, REVISÃO E APROVAÇÃO DE FATURAS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de concessionária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lote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Repita para as outras faturas, usando os filtros por status e por cliente.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resolvendo pendências de fatura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as pendências mais comuns: UC ausente, duplicidade, valor/consumo inválido, cliente sem desconto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RESOLVENDO PENDÊNCIAS DE FATURA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(1/2)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fatur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 de concessionária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fatura sem UC vinculada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UC vinculada: cadastre a UC do número da instalação e vincule-a na correção manual.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fatura duplicada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Duplicada: compare com a existente e rejeite a duplicata, com observação.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valor ou consumo inválido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ou consumo inválido: complete a correção manual a partir do PDF. A plataforma não aceita valor vazio.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Pendência: cliente sem regra de desconto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regra de desconto: crie a regra na ficha do cliente e confira a margem na fatura.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RESOLVENDO PENDÊNCIAS DE FATURA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(2/2)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 encerramento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Alertas Operacionais, filtre por faturas e confira se não restou problema de importação.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fatura, as linhas de energia injetada/compensada costumam aparecer com valores: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branco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em kWh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cliente recebeu mais créditos do que consumiu, o excedente: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perdido na hora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 como saldo por até 60 meses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para a usina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 dinheiro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cobrança da plataforma incide sobre: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total da fatura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cheia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saldo de créditos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senha de PDF das faturas costuma ser cadastrada: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navegador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distribuidora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possível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 "duplicate_reference" significa: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ilegível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existe outra fatura para a mesma UC e referência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sem desconto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errada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fatura com valor total vazio ou zero pode ser aprovada?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Não, a revisão exige valor válido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pelo consultor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no fim do mês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fica como saldo por até 60 meses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já existe outra fatura para a mesma UC e referência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Não, a revisão exige valor válido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fatura mostra 2.400 kWh de energia compensada e o rateio previa 4% de uma usina que gerou 58.000 kWh. Bate?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 fatura veio sem nenhuma linha de energia injetada. Liste três causas possíveis.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Valor do consumo injetado R$ 2.119,00 e margem de desconto 20%: valor ao cliente?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ciclo de faturas: faturas de 1 mês dos 15 clientes importadas (PDFs fictícios do curso), revisadas e aprovadas; registro de pelo menos 3 pendências resolvidas (UC ausente, fatura duplicada, dado corrigido manualmente), com a justificativa nas observações da revisão.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— Faturas e compensação</dc:title>
  <dc:subject>PptxGenJS Presentation</dc:subject>
  <dc:creator>PptxGenJS</dc:creator>
  <cp:lastModifiedBy>PptxGenJS</cp:lastModifiedBy>
  <cp:revision>1</cp:revision>
  <dcterms:created xsi:type="dcterms:W3CDTF">2026-10-30T12:33:06Z</dcterms:created>
  <dcterms:modified xsi:type="dcterms:W3CDTF">2026-10-30T12:33:06Z</dcterms:modified>
</cp:coreProperties>
</file>