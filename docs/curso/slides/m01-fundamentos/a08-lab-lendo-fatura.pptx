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Chegou a hora de juntar tudo o que vimos neste módulo. Vamos abrir uma fatura de distribuidora dentro da plataforma, ver o PDF original e entender os dados que o sistema extraiu dele. Neste módulo, o objetivo é só ler. Conferir e aprovar faturas é o assunto do módulo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Encontrando a fatura (0:40–2:30)
Visual: TELA — perfil Administrador → menu Cliente Consumidor → Clientes → buscar "Padaria" → abrir o cliente → aba de faturas da concessionária → clicar na fatura mais recente. Mostrar também o atalho Financeiro → Faturas de Concessionárias.
Narração:
Entre como Administrador. No menu, abra Cliente Consumidor, depois Clientes, e procure a Padaria, um dos nossos clientes de exemplo. Na ficha do cliente, vá até as faturas da concessionária. Aqui ficam todas as contas de luz que a distribuidora emitiu para esse cliente e que chegaram à sua empresa, seja automaticamente por e-mail, seja por upload. Clique na fatura do mês mais recente. Outro caminho para chegar às faturas de todos os clientes de uma vez é o menu Financeiro, Faturas de Concessionárias.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O PDF original (2:30–4:30)
Visual: TELA — seção "PDF da Fatura de Concessionária"; abrir o PDF; dar zoom em: titular, número da instalação, classe/subgrupo, tipo de ligação, consumo, tarifa, tributos, bandeira, total.
Narração:
Primeiro, abra o PDF da fatura. É a conta original, do jeito que a distribuidora emitiu. Repare nos campos que estudamos: o nome do titular, o número da instalação — que é a identificação da unidade consumidora —, a classe e o subgrupo, o tipo de ligação, o consumo do mês em quilowatt-hora, os itens com tarifa, os tributos, a bandeira e o valor total. Cada distribuidora organiza o layout de um jeito, mas, depois desta aula, você sabe o que procurar em qualquer uma.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O resumo técnico extraído (4:30–7:30)
Visual: TELA — seção "Resumo Técnico" e "Campos Extraídos do PDF": Referência / Mês-Ano, Vencimento, Consumo kWh, Valor total, Unidade Consumidora, Número da instalação, Nome do titular; seção "Extração de Dados" com o status.
Narração:
Agora volte para a tela da plataforma. Aqui está a mágica que economiza horas de trabalho: o sistema leu o PDF e extraiu os dados automaticamente. Veja o resumo técnico: referência, ou seja, o mês e o ano da conta; vencimento; consumo em quilowatt-hora; valor total da fatura; unidade consumidora e número da instalação; e o nome do titular. Compare cada um desses campos com o PDF. Eles devem bater. Também aparece o status da extração de dados, que diz se o sistema conseguiu ler tudo ou se algum campo ficou faltando ou inválido. Numa operação com centenas de clientes, ler fatura por fatura à mão é inviável. A extração automática é o que permite escalar — mas sempre com uma revisão humana, como você vai aprender no módulo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Primeiro contato com energia injetada (7:30–9:40)
Visual: TELA — seção "Energia Injetada e Consumo Injetado"; passar o mouse sobre as linhas da fatura correspondentes e sobre "Valor da Fatura ao Cliente", sem explicar o cálculo em detalhe.
Narração:
Repare nesta seção: energia injetada e consumo injetado. São as linhas da fatura que mostram os créditos da geração distribuída que esse cliente recebeu e quanto do consumo dele foi compensado. É daqui que sai o valor que a sua empresa vai cobrar do cliente. Não se preocupe em entender o cálculo agora. Você ainda não viu as regras da compensação, que são o assunto do próximo módulo. Só registre: a fatura da distribuidora é a matéria-prima de toda a cobrança da sua empresa. Se a fatura for lida errado, a cobrança sai errada.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Exercício (9:40–11:30)
Visual: SLIDE com o exercício; depois TELA rápida mostrando a fatura da "Residência".
Narração:
Agora faça sozinho. Abra a fatura mais recente do cliente Residência e anote: a referência e o vencimento; o consumo em quilowatt-hora e o tipo de ligação; qual é o custo de disponibilidade em quilowatt-hora para essa ligação; o valor total; e, dividindo o valor pelo consumo, uma estimativa da tarifa com impostos. Compare o resultado com a tarifa que calculamos na aula anterior. Por que eles não são iguais? Dica: lembre da iluminação pública, da bandeira e dos créditos.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Encerramento (11:30–12:00)
Visual: APRESENTADOR.
Narração:
Parabéns, você concluiu os fundamentos. Você já sabe o que é um quilowatt-hora, como uma usina gera energia, como a energia chega ao cliente, como a tarifa é formada e como ler uma conta de luz. Faça o quiz e o entregável do módulo — o raio-X de uma conta real. No próximo módulo, entramos nas regras do jogo: a Lei 14.300 e a geração distribuída.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Aula 8 · Laboratório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lendo uma fatura de concessionária na plataforma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Localizar na plataforma uma fatura da distribuidora, abrir o PDF e reconhecer os dados extraídos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8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Laboratório: a fatura dentro da plataforma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8 · Cena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Encontrando a fatura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Administrador → menu Cliente Consumidor → Clientes → buscar "Padaria" → abrir o cliente → aba de faturas da concessionária → clicar na fatura mais recente. Mostrar também o atalho Financeiro → Faturas de Concessionárias.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Consumidor → Clientes → Padaria → Faturas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8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PDF original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"PDF da Fatura de Concessionária"; abrir o PDF; dar zoom em: titular, número da instalação, classe/subgrupo, tipo de ligação, consumo, tarifa, tributos, bandeira, total.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 confira com o PDF original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8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resumo técnico extraído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"Resumo Técnico" e "Campos Extraídos do PDF": Referência / Mês-Ano, Vencimento, Consumo kWh, Valor total, Unidade Consumidora, Número da instalação, Nome do titular; seção "Extração de Dados" com o status.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plataforma lê o PDF e extrai os dados automaticamente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8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contato com energia injetada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"Energia Injetada e Consumo Injetado"; passar o mouse sobre as linhas da fatura correspondentes e sobre "Valor da Fatura ao Cliente", sem explicar o cálculo em detalhe.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 injetada / consumo injetado = os créditos da GD na fatura (detalhes no M7)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8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— fatura da Residência: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Referência e vencimento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Consumo (kWh) e tipo de ligação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Custo de disponibilidade (kWh)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Valor total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Tarifa com impostos aproximada (valor ÷ kWh)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8 · Cena 7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1 concluída  ·  Próximo: M2 — o marco legal da GD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· Aula 8 — Laboratório: lendo uma fatura de concessionária na plataforma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