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 mostrando duas contas: residencial e de uma indústria.
Narração:
A distribuidora não trata todos os clientes da mesma forma. Ela os classifica por nível de tensão, por tipo de uso e por tipo de ligação. Essa classificação muda o jeito de cobrar — e muda quem é o cliente ideal para a sua assinatura. Vamos entender.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Grupo A e grupo B (0:40–3:30)
Visual: SLIDE com duas colunas.
Narração:
A primeira divisão é por tensão. O grupo A reúne quem recebe energia em média ou alta tensão, a partir de dois vírgula três mil volts. São indústrias, grandes comércios, hospitais, shoppings. Esses clientes geralmente têm a própria subestação e pagam de um jeito diferente: pagam a demanda, que é a potência que reservam da rede, em quilowatts, mais a energia consumida, em quilowatts-hora. É a chamada tarifa binômia. O grupo B é a baixa tensão: residências, comércios, escritórios, pequenas empresas, propriedades rurais. Eles pagam só a energia consumida, em quilowatt-hora — a tarifa monômia. Para a assinatura de energia, o grupo B é o público principal. Por quê? Porque, no grupo B, praticamente toda a conta é energia em quilowatt-hora, e é exatamente isso que os créditos abatem. No grupo A, os créditos abatem a energia, mas a demanda continua sendo paga, o que reduz o percentual de economia na conta total e deixa a proposta mais complexa.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Subgrupos e classes do grupo B (3:30–5:40)
Visual: SLIDE com tabela.
Narração:
Dentro do grupo B, existem subgrupos. O B1 é residencial. O B2 é rural. O B3 reúne as demais classes: comércio, serviços, pequenas indústrias ligadas em baixa tensão — é onde estão a padaria, a clínica, o restaurante, a academia. E o B4 é a iluminação pública. As tarifas podem ser diferentes entre os subgrupos, e algumas classes têm benefícios, como a tarifa social para famílias de baixa renda. Para o seu negócio, o subgrupo B3 é especialmente interessante: comércios e serviços consomem bastante, têm contas altas e um responsável que decide rápido. O B1, residencial, tem volume enorme de clientes, mas cada um consome menos. A sua estratégia vai combinar os dois, como veremos no módulo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Tipo de ligação e custo de disponibilidade (5:40–8:30)
Visual: ANIMAÇÃO: um, dois e três fios chegando ao medidor; tabela aparece.
Narração:
O último critério é o tipo de ligação: monofásica, bifásica ou trifásica, conforme o número de fases que chegam ao medidor. Residências pequenas costumam ser monofásicas ou bifásicas; comércios com equipamentos maiores costumam ser trifásicos. E por que isso importa? Por causa do custo de disponibilidade. No grupo B, todo cliente paga um valor mínimo para ter a rede disponível, mesmo que consuma pouco. Esse mínimo equivale a trinta quilowatts-hora para ligações monofásicas, cinquenta para bifásicas e cem para trifásicas. Isso tem uma consequência direta na assinatura: como o cliente vai pagar esse mínimo de qualquer forma, não faz sentido dar a ele créditos para cobrir cem por cento do consumo. A cota ideal deixa esse mínimo descoberto. Vamos detalhar essa conta no módulo 2, mas já anote: um cliente trifásico que consome mil quilowatts-hora precisa, na prática, de créditos para cerca de novecentos.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Como descobrir a classificação na conta (8:30–9:30)
Visual: SLIDE com recortes ilustrativos de uma conta (campos destacados: classe/subgrupo, tipo de fornecimento).
Narração:
Todas essas informações estão na conta de luz do cliente. Procure os campos de classe ou subgrupo e o tipo de fornecimento ou ligação. Cada distribuidora organiza a conta de um jeito, mas os dados estão lá. No laboratório desta etapa, você vai ler uma fatura completa na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(9:30–10:00)
Visual: APRESENTADOR.
Narração:
Resumindo: o grupo B, de baixa tensão, é o público principal da assinatura; dentro dele, o B3, de comércio e serviços, costuma ter as melhores contas; e o tipo de ligação define o custo de disponibilidade, que a cota do cliente deve deixar descoberto. Na próxima aula, vamos abrir a tarifa por dentro.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· Aula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Grupos A e B, classes e ligações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Classificar um cliente (grupo, subgrupo, classe, ligação) e saber o que isso muda para a assinatura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5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 todo cliente é igual para a distribuidora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5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A e grupo B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A: média/alta tensão (≥ 2,3 kV) · paga demanda (kW) + energia (kWh) · indústrias, grandes comércios, hospitais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B: baixa tensão (&lt; 2,3 kV) · paga só energia (kWh) · residências, comércios, pequenas empresas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5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Subgrupos e classes do grupo B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Subgrupo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Residencial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Rural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Demais classes: comercial, serviços, industrial em baixa tensão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Iluminação pública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5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ligação e custo de disponibilidade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Ligação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 de disponibilidade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Monofásica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kWh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Bifásica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kWh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Trifásica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kWh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5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descobrir a classificação na conta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conta: classe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subgrupo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fornecimento (mono/bi/trifásico)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5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B = público principal  ·  B3 = comércio e serviços  ·  Custo de disponibilidade: 30/50/100 kWh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 · Aula 5 — Grupos A e B, classes e ligações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