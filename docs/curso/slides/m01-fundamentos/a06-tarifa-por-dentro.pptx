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(0:00–0:50)
Visual: APRESENTADOR com uma "fatia de pizza" gráfica ao lado.
Narração:
Esta é uma das aulas mais importantes do curso. Vamos abrir a tarifa de energia e ver para onde vai cada centavo do quilowatt-hora. Por que isso importa tanto? Porque, desde 2023, os créditos da geração distribuída não abatem mais a tarifa inteira para os novos projetos. Uma parte dela, o Fio B, passou a ser cobrada gradualmente. E quem não entende de onde vem o Fio B não consegue calcular a economia do cliente nem a margem da própria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As duas grandes partes: TE e TUSD (0:50–3:30)
Visual: ANIMAÇÃO: uma barra representando a tarifa (R$ 0,80/kWh sem impostos) dividida em duas partes: TE e TUSD.
Narração:
A tarifa de energia, sem impostos, tem duas grandes partes. A primeira é a TE, Tarifa de Energia. Ela paga a energia propriamente dita — a geração que a distribuidora compra das usinas para atender os clientes — e alguns encargos ligados a ela. A segunda é a TUSD, Tarifa de Uso do Sistema de Distribuição. Ela paga o uso das redes: a transmissão, a distribuição, as perdas de energia no caminho e vários encargos setoriais. Os valores mudam de distribuidora para distribuidora e a cada ano, então vou usar um exemplo ilustrativo, com números redondos: uma tarifa de oitenta centavos por quilowatt-hora, sem impostos, sendo trinta e cinco centavos de TE e quarenta e cinco de TUSD. Repare que a TUSD, o uso da rede, pode ser uma parte bem grande da tarifa.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Abrindo a TUSD (3:30–7:00)
Visual: ANIMAÇÃO: a parte TUSD da barra se divide em quatro: Fio A (R$ 0,05), Fio B (R$ 0,20), Encargos (R$ 0,12), Perdas (R$ 0,08).
Narração:
Agora vamos abrir a TUSD. Ela tem quatro blocos. O Fio A, que remunera a transmissão — aquelas linhas de alta tensão que trazem energia de longe. O Fio B, que remunera a rede de distribuição da própria distribuidora: os postes, cabos, transformadores, a operação e a manutenção dessa rede, e o lucro regulado da distribuidora. Os encargos setoriais, que financiam políticas públicas do setor, como subsídios e programas, por exemplo a CDE, a Conta de Desenvolvimento Energético. E as perdas, que cobrem a energia que se perde no caminho, tanto por razões técnicas quanto por furtos e fraudes. No nosso exemplo ilustrativo, o Fio B vale vinte centavos, ou seja, vinte e cinco por cento da tarifa sem impostos. Em muitas distribuidoras, o Fio B fica nessa faixa de um quinto a um terço da tarifa, mas cada distribuidora tem o seu valor, e você sempre deve consultar a tabela oficial.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Por que o Fio B é o personagem principal (7:00–10:00)
Visual: ANIMAÇÃO: um cliente com créditos de GD; os créditos "apagam" partes da barra; o Fio B fica parcialmente aceso com o rótulo "2026: 60% do Fio B continua sendo pago".
Narração:
Agora, a ligação com o seu negócio. Na regra antiga da geração distribuída, cada quilowatt-hora de crédito abatia praticamente a tarifa inteira daquele quilowatt-hora consumido, incluindo o Fio B. O argumento das distribuidoras foi: quem tem geração distribuída continua usando a rede, porque injeta energia de dia e consome à noite, por exemplo, mas deixou de pagar por ela; esse custo acaba sendo dividido com quem não tem geração. A Lei 14.300, de 2022, criou uma transição: para os projetos novos, uma parcela do Fio B passou a não ser compensada pelos créditos, crescendo ano a ano — quinze por cento em 2023, trinta em 2024, quarenta e cinco em 2025, sessenta em 2026, setenta e cinco em 2027 e noventa em 2028. Em 2026, portanto, sessenta por cento do Fio B continua sendo pago pelo cliente mesmo com créditos. No nosso exemplo, sessenta por cento de vinte centavos são doze centavos por quilowatt-hora. Ou seja, cada quilowatt-hora de crédito vale, para o cliente, não mais oitenta centavos, e sim cerca de sessenta e oito. Esse número — o valor real do crédito — é a base de toda a conta do seu negócio. Guarde: vamos detalhar as regras, as exceções e o que acontece a partir de 2029 no módulo 2, e vamos colocar isso na planilha do negócio no módulo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Onde encontrar os valores oficiais (10:00–12:20)
Visual: TELA (navegador) — site da ANEEL, página de tarifas por distribuidora; destacar TE e TUSD do subgrupo B1/B3 e o detalhamento de componentes. Gravar 60–90 s.
Narração:
Onde encontrar esses valores de verdade? A ANEEL publica as tarifas homologadas de cada distribuidora, com a TE e a TUSD de cada subgrupo, e documentos com o detalhamento dos componentes, inclusive o Fio B. Toda vez que a distribuidora tem o reajuste anual, esses valores mudam. Uma boa prática da sua empresa é ter uma pessoa responsável por atualizar a tarifa e o valor do crédito na plataforma a cada reajuste da sua distribuidora. Na plataforma do curso, isso é feito no cadastro da distribuidora, no campo de tarifa da geração distribuída, que você vai usar no laboratório do módulo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Resumo (12:20–14:00)
Visual: SLIDE com a barra completa decomposta.
Narração:
Resumindo: a tarifa sem impostos é a TE, que paga a energia, mais a TUSD, que paga o uso das redes. Dentro da TUSD está o Fio B, que remunera a rede de distribuição. Para os projetos de geração distribuída posteriores a 2023, uma parte crescente do Fio B não é compensada pelos créditos, e isso reduz o valor de cada crédito para o cliente. Esse é o ponto central da economia da assinatura de energia. Na próxima aula, completamos a conta de luz com as bandeiras tarifárias e os impostos.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Aula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tarifa por dentro: TE, TUSD, Fio A, Fio B e encargos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Decompor a tarifa do grupo B e identificar o Fio B, base da regra de transição da GD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6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onde vai cada centavo do kWh?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6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duas grandes partes: TE e TUSD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Tarifa (sem impostos) = TE + TUSD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 ilustrativo: R$ 0,35 + R$ 0,45 = R$ 0,80/kWh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6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Abrindo a TUSD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TUSD (ex.: R$ 0,45) = Fio A R$ 0,05 + Fio B R$ 0,20 + Encargos R$ 0,12 + Perdas R$ 0,08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6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Fio B é o personagem principal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2023: crédito abatia (quase) tudo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 projetos: parte do Fio B volta a ser paga, subindo até 2028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6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encontrar os valores oficiais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(navegador) — site da ANEEL, página de tarifas por distribuidora; destacar TE e TUSD do subgrupo B1/B3 e o detalhamento de componentes. Gravar 60–90 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oficial: tarifas homologadas pela ANEEL para cada distribuidora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6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Tarifa = TE + TUSD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TUSD = Fio A + Fio B + encargos + perdas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Fio B = rede da distribuidora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 projetos de GD: parte do Fio B continua sendo paga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· Aula 6 — A tarifa por dentro: TE, TUSD, Fio A, Fio B e encargos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