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Para operar uma empresa de assinatura de energia, você vai conviver com algumas instituições e com regras que vêm delas. Saber quem é quem evita muita dor de cabeça — e evita que você caia em promessas que não existem, como "vender energia para qualquer cliente". Vamos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 instituições (0:40–4:00)
Visual: SLIDE com organograma simples.
Narração:
No topo está o Ministério de Minas e Energia, o MME, que define a política energética do país. Abaixo, a principal para o seu negócio: a ANEEL, Agência Nacional de Energia Elétrica. A ANEEL regula e fiscaliza o setor: define as tarifas de cada distribuidora, escreve as resoluções que detalham como as leis são aplicadas e fiscaliza o cumprimento. As regras da geração distribuída que você vai estudar estão em leis e em resoluções da ANEEL. Depois vem o ONS, que você conheceu na aula anterior, operando o sistema interligado. A CCEE, Câmara de Comercialização de Energia Elétrica, faz a contabilidade do mercado de energia: registra contratos e liquida as diferenças entre o que foi contratado e o que foi consumido. E, na ponta, as distribuidoras: empresas concessionárias, cada uma responsável por uma área. É com a distribuidora que a sua empresa vai conversar no dia a dia: pedido de conexão da usina, cadastro dos clientes que recebem créditos, faturas.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Mercado regulado (ACR) (4:00–5:50)
Visual: ANIMAÇÃO: consumidor → distribuidora (única opção) → tarifa definida pela ANEEL.
Narração:
Existem dois ambientes para comprar energia no Brasil. O primeiro é o Ambiente de Contratação Regulada, o ACR, ou mercado cativo. É onde estão praticamente todas as residências e pequenos comércios. Nele, o consumidor não escolhe o fornecedor: compra da distribuidora da sua região, pela tarifa aprovada pela ANEEL. A tarifa é reajustada uma vez por ano e revista periodicamente. É nesse mercado que está o seu cliente de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Mercado livre (ACL) (5:50–7:50)
Visual: ANIMAÇÃO: consumidor grande escolhendo entre vários geradores/comercializadoras.
Narração:
O segundo é o Ambiente de Contratação Livre, o mercado livre. Nele, o consumidor escolhe de quem comprar energia e negocia preço, prazo e condições, por meio de geradores ou comercializadoras. Hoje, o mercado livre é acessível principalmente a consumidores conectados em média e alta tensão, como indústrias e grandes comércios. Existe um movimento de abertura gradual para a baixa tensão, que é acompanhado de perto pelo setor e que pode mudar o cenário nos próximos anos; vamos falar disso no módulo de riscos. Por ora, guarde: residências e pequenos comércios, em regra, ainda estão no mercado regulado.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Onde fica a assinatura de energia (7:50–10:00)
Visual: SLIDE com três colunas: ACR, ACL, GD.
Narração:
E a assinatura de energia, onde fica? Aqui está um ponto que confunde muita gente, inclusive empreendedores que já estão no mercado. A sua empresa não vende energia no mercado livre. O seu cliente continua sendo cliente da distribuidora, no mercado regulado, recebendo a conta normalmente. O que muda é que ele passa a participar da geração distribuída: uma usina injeta energia na rede, essa energia vira créditos, e os créditos são abatidos na conta dele. A sua empresa organiza essa participação e é remunerada por isso. Esse cuidado com as palavras é importante: no Brasil, a geração distribuída não é um ambiente de venda de energia, e os modelos de negócio precisam respeitar isso. No módulo 3, você vai ver exatamente quais estruturas são usadas — consórcio, cooperativa, associação, locação de usina — e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(10:00–11:00)
Visual: APRESENTADOR.
Narração:
Resumindo: a ANEEL regula, a distribuidora atende e fatura, e existem dois mercados — o regulado, onde está o seu cliente, e o livre, para consumidores maiores. A assinatura de energia é geração distribuída: o cliente segue na distribuidora e recebe créditos. Na próxima aula, vamos entender como a distribuidora classifica os clientes, o que muda bastante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ANEEL, distribuidora e os mercados regulado e livre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as instituições do setor e diferenciar mercado regulado (ACR), mercado livre (ACL) e geração distribuída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manda no setor elétrico?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4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instituições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MME — política energética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ANEEL — regula e fiscaliza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ONS — opera o sistema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CCEE — contabiliza o mercado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Distribuidoras — atendem o consumidor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4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regulado (ACR)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ACR: o consumidor compra da distribuidora, pela tarifa da ANEEL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4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livre (ACL)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ACL: o consumidor escolhe o fornecedor e negocia preço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em geral, grupo A [CONFERIR abertura da baixa tensão]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fica a assinatura de energia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de energia ≠ venda de energia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geração distribuída: o cliente continua na distribuidora e recebe créditos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4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ANEEL regula  ·  Distribuidora atende  ·  ACR: tarifa regulada  ·  ACL: preço negociado  ·  Assinatura: GD dentro do ACR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4 — ANEEL, distribuidora e os mercados regulado e livre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