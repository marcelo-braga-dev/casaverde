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[APRESENTADOR] Abertura (0:00–0:40)
Visual: APRESENTADOR acendendo uma luz.
Narração:
Quando o seu cliente acende a luz, a energia percorreu um caminho enorme até chegar ali. Entender esse caminho explica por que a conta de luz tem tantos componentes e por que a geração distribuída faz tanto sentido. Vamos percorrer esse caminho juntos.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[ANIMAÇÃO] Geração centralizada (0:40–2:40)
Visual: ANIMAÇÃO de mapa do Brasil com grandes usinas (hidrelétrica, eólica, térmica) longe das cidades.
Narração:
Tradicionalmente, a energia do Brasil é produzida em grandes usinas: hidrelétricas, que ainda são a maior fonte do país, usinas eólicas, térmicas e, cada vez mais, grandes parques solares. Essas usinas costumam ficar longe das cidades — onde está o rio, onde venta, onde há espaço. Esse modelo se chama geração centralizada: poucas usinas grandes, produzindo para milhões de consumidores distantes.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[ANIMAÇÃO] Transmissão e o SIN (2:40–4:40)
Visual: ANIMAÇÃO: grandes torres de alta tensão ligando regiões; destaque "SIN".
Narração:
Para levar essa energia até as cidades, existem as linhas de transmissão: aquelas torres grandes, com cabos em altíssima tensão, que atravessam estados. Quase todo o Brasil está ligado numa grande rede, o Sistema Interligado Nacional, o SIN. Graças a ele, a energia de uma hidrelétrica no Norte pode abastecer uma cidade no Sudeste. Quem coordena essa rede, decidindo quais usinas geram e quanto, é o ONS, o Operador Nacional do Sistema Elétrico. Guarde uma ideia: transmitir energia por longas distâncias custa caro e tem perdas. Parte do que o seu cliente paga na conta é para remunerar essa transmissão. É o que vamos chamar de Fio 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[ANIMAÇÃO] Distribuição (4:40–6:30)
Visual: ANIMAÇÃO: subestação reduzindo tensão → postes da rua → transformador do poste → casa.
Narração:
Quando a energia chega perto da cidade, ela passa por uma subestação, que reduz a tensão. A partir daí, entra a rede de distribuição: os postes, os cabos das ruas, os transformadores que você vê nos postes, até o medidor do seu cliente. Essa rede pertence à distribuidora, a empresa que tem a concessão para atender aquela região. A distribuidora constrói, mantém, faz a leitura do medidor e emite a conta. Cada região do Brasil tem a sua distribuidora, e o cliente não escolhe de qual comprar: ele é atendido pela distribuidora da área onde está. Parte da conta remunera essa rede de distribuição. É o famoso Fio B, que vai ser o personagem principal quando falarmos de regulação.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[ANIMAÇÃO] Onde entra a geração distribuída (6:30–8:50)
Visual: ANIMAÇÃO: usina solar pequena/média ligada diretamente à rede de distribuição, perto das casas; setas curtas.
Narração:
Agora, a geração distribuída. Em vez de gerar longe e transmitir por centenas de quilômetros, a geração distribuída produz energia perto de onde ela é consumida, conectada diretamente à rede de distribuição. Pode ser um sistema no telhado de uma casa, de uma empresa ou uma usina de alguns megawatts num sítio próximo da cidade. A energia gerada entra na rede local e é consumida ali perto. Isso reduz perdas e diminui a necessidade de transmissão. Repare num detalhe importante: a energia da usina não vai "por um fio só" até a casa do seu cliente. Ela entra na rede da distribuidora e se mistura com toda a energia da rede. O que se transfere para o seu cliente não são os elétrons, são créditos de energia, registrados pela distribuidora. Por isso, usina e clientes precisam estar na área da mesma distribuidora: é ela que faz essa contabilidade.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[SLIDE] Resumo (8:50–10:00)
Visual: SLIDE com o caminho completo e os rótulos de custo.
Narração:
Recapitulando: a energia é gerada, transmitida em alta tensão pelo Sistema Interligado e distribuída pela rede da distribuidora até o medidor. Cada etapa tem um custo que aparece, de algum jeito, na conta de luz. A geração distribuída gera perto do consumo e conecta na rede local, e o que chega ao cliente são créditos. Na próxima aula, vamos conhecer quem manda nesse sistema: a ANEEL, as distribuidoras e os dois mercados de energia do Brasil.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0"/>
            <a:ext cx="109728" cy="685800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6400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5B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 · Aula 3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10332720" cy="1737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a energia chega à tomada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914400" y="429768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Entender geração, transmissão e distribuição, o SIN e onde a geração distribuída se encaixa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692640" y="5806440"/>
            <a:ext cx="21945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</p:spPr>
      </p:sp>
      <p:pic>
        <p:nvPicPr>
          <p:cNvPr id="9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0" y="5879592"/>
            <a:ext cx="1920240" cy="63093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14400" y="5989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Geração distribuída compartilhada, da regulação à operação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M1 · Aula 3 · Cena 1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4754880"/>
            <a:ext cx="11247120" cy="1280160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4754880"/>
            <a:ext cx="137160" cy="128016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4800600"/>
            <a:ext cx="1078992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onde vem a energia que você usa?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457200" y="914400"/>
            <a:ext cx="112471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B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APRESENTADOR — área do vídeo ]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M1 · Aula 3 · Cena 2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Geração centralizada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731520" y="1234440"/>
            <a:ext cx="10698480" cy="4937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Geração centralizada: grandes usinas, longe do consumo</a:t>
            </a:r>
            <a:endParaRPr lang="en-US" sz="3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M1 · Aula 3 · Cena 3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Transmissão e o SIN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40080" y="12344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4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Transmissão: alta tensão, longas distâncias</a:t>
            </a:r>
            <a:endParaRPr lang="en-US" sz="2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4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= Sistema Interligado Nacional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M1 · Aula 3 · Cena 4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Distribuição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548640" y="2377440"/>
            <a:ext cx="245745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9050">
            <a:solidFill>
              <a:srgbClr val="1F7A4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2377440"/>
            <a:ext cx="2274570" cy="1554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Distribuição: subestação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006090" y="2377440"/>
            <a:ext cx="411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B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➜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3417570" y="2377440"/>
            <a:ext cx="245745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9050">
            <a:solidFill>
              <a:srgbClr val="1F7A4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509010" y="2377440"/>
            <a:ext cx="2274570" cy="1554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 da cidade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875020" y="2377440"/>
            <a:ext cx="411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B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➜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6286500" y="2377440"/>
            <a:ext cx="245745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9050">
            <a:solidFill>
              <a:srgbClr val="1F7A4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377940" y="2377440"/>
            <a:ext cx="2274570" cy="1554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poste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8743950" y="2377440"/>
            <a:ext cx="411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B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➜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9155430" y="2377440"/>
            <a:ext cx="2457450" cy="1554480"/>
          </a:xfrm>
          <a:prstGeom prst="roundRect">
            <a:avLst>
              <a:gd name="adj" fmla="val 7059"/>
            </a:avLst>
          </a:prstGeom>
          <a:solidFill>
            <a:srgbClr val="1F7A4D"/>
          </a:solidFill>
          <a:ln w="19050">
            <a:solidFill>
              <a:srgbClr val="1F7A4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246870" y="2377440"/>
            <a:ext cx="2274570" cy="1554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medidor do cliente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M1 · Aula 3 · Cena 5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 entra a geração distribuída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731520" y="1234440"/>
            <a:ext cx="10698480" cy="4937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Geração distribuída: gerar perto de quem consome, ligado à rede de distribuição</a:t>
            </a:r>
            <a:endParaRPr lang="en-US" sz="3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M1 · Aula 3 · Cena 6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Resumo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40080" y="12344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Geração → Transmissão (Fio A) → Distribuição (Fio B) → Cliente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GD: gera perto, entra na rede local, vira crédito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Rexar Sistemas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M1 · Aula 3 — Como a energia chega à tomada</dc:title>
  <dc:subject>PptxGenJS Presentation</dc:subject>
  <dc:creator>PptxGenJS</dc:creator>
  <cp:lastModifiedBy>PptxGenJS</cp:lastModifiedBy>
  <cp:revision>1</cp:revision>
  <dcterms:created xsi:type="dcterms:W3CDTF">2026-10-30T10:46:06Z</dcterms:created>
  <dcterms:modified xsi:type="dcterms:W3CDTF">2026-10-30T10:46:06Z</dcterms:modified>
</cp:coreProperties>
</file>