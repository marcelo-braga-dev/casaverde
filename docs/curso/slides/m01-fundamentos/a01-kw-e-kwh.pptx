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(0:00–0:50)
Visual: APRESENTADOR segurando uma conta de luz.
Narração:
Vamos começar do zero absoluto. Se você vai vender energia por assinatura, existe uma unidade que vai acompanhar você todos os dias: o quilowatt-hora, o kWh. É nele que a distribuidora cobra o seu cliente, é nele que a usina é medida e é nele que a sua empresa vai ganhar dinheiro. E existe uma confusão muito comum entre kW e kWh. Parece detalhe, mas quem confunde erra proposta, erra contrato e perde dinheiro. Nesta aula, você vai sair sabendo a diferença de uma vez por todas.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Potência: a "força" do equipamento (0:50–3:00)
Visual: ANIMAÇÃO: uma lâmpada (10 W), um ventilador (100 W), um chuveiro (5.500 W) lado a lado, com barras de tamanho proporcional.
Narração:
Primeiro, potência. Potência é a quantidade de energia que um equipamento usa a cada instante, enquanto está ligado. A unidade é o watt, W. Mil watts formam um quilowatt, o kW. Uma lâmpada de LED tem uns dez watts. Um ventilador, uns cem. Um chuveiro elétrico tem cinco mil e quinhentos watts, ou cinco vírgula cinco quilowatts. Pense na potência como a largura de uma torneira: quanto maior, mais água passa por segundo. Mas repare: a potência sozinha não diz quanto você vai pagar. Um chuveiro de cinco vírgula cinco quilowatts desligado não consome nada. O que importa para a conta é por quanto tempo ele fica ligado.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[QUADRO] Energia: potência vezes tempo (3:00–5:30)
Visual: QUADRO com a fórmula e o exemplo do chuveiro.
Narração:
Agora, energia. Energia é a potência multiplicada pelo tempo em que o equipamento fica ligado. Se o chuveiro de cinco vírgula cinco quilowatts fica ligado quinze minutos por dia — um quarto de hora —, ele consome cinco vírgula cinco vezes zero vírgula vinte e cinco, que dá um vírgula trinta e sete quilowatt-hora por dia. Em trinta dias, são cerca de quarenta e um quilowatts-hora. Voltando à torneira: a potência é a largura da torneira, a energia é quanta água encheu o balde. E é o balde que você paga. O medidor de energia da casa do seu cliente é exatamente isso: um contador de quilowatts-hora. A cada mês, a distribuidora lê quanto ele marcou e cobra por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Quanto consome uma casa e um comércio (5:30–7:30)
Visual: SLIDE com tabela.
Narração:
Para você ter referência, veja alguns números aproximados. Uma residência pequena consome algo entre cento e cinquenta e duzentos quilowatts-hora por mês. Uma casa com ar-condicionado pode chegar a quatrocentos, seiscentos, oitocentos. Uma padaria, com fornos e refrigeração, consome de dois a quatro mil. Uma clínica, de três a seis mil. Um supermercado de bairro passa de dez mil. Esses números são exemplos, e cada cliente é um caso, mas eles já mostram uma coisa importante para o seu negócio: um único comércio pode valer o mesmo que dez ou vinte residências. Isso vai pesar muito na sua estratégia comercial, no módulo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[QUADRO] O kWh vira dinheiro (7:30–9:30)
Visual: QUADRO.
Narração:
E como o quilowatt-hora vira dinheiro? A distribuidora multiplica o consumo pelo preço do quilowatt-hora, a tarifa, e acrescenta impostos e algumas taxas. De forma simplificada: se a residência consumiu quatrocentos e cinquenta quilowatts-hora e o quilowatt-hora custa, com tudo incluído, por volta de um real, a conta fica em torno de quatrocentos e cinquenta reais. Guarde esse raciocínio, porque o seu negócio inteiro é sobre ele. A energia que a usina gera vira créditos em quilowatt-hora. Esses créditos abatem os quilowatts-hora que o cliente pagaria para a distribuidora. E cada quilowatt-hora abatido vale dinheiro. Nas próximas aulas, a gente vai abrir essa tarifa por dentro, porque nem tudo o que está nela é abatido pelos créditos. Esse detalhe é o famoso Fio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kWp: a potência da usina (9:30–10:30)
Visual: SLIDE.
Narração:
Uma última unidade, que você vai ver muito: o kWp, quilowatt-pico. É a potência dos painéis solares medida em condições ideais de laboratório. Quando alguém diz "uma usina de quinhentos kWp", está dizendo o tamanho da usina — a largura da torneira. Mas o que interessa para o negócio é quanto ela gera por mês, em quilowatt-hora. Como passar de um para o outro é o assunto da próxima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(10:30–11:00)
Visual: APRESENTADOR + SLIDE de resumo.
Narração:
Resumindo: kW é potência, o tamanho da torneira. kWh é energia, a água no balde — é o que se paga e o que a usina entrega. E kWp é o tamanho da usina solar. Faça o exercício do módulo calculando o consumo de um ar-condicionado, e nos vemos na próxima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 · Aula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 e potência: o kW, o kWh e o que você paga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Diferenciar potência e energia, calcular consumo e entender por que o kWh é a "moeda" do negócio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1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 ou kWh? A diferença que vale dinheiro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1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Potência: a "força" do equipamento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Potência = quanto o equipamento puxa por instante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(watt)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 = 1.000 W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1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Energia: potência vezes tempo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Energia (kWh) = Potência (kW) × Tempo (h)</a:t>
            </a:r>
            <a:endParaRPr lang="en-US" sz="2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5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Chuveiro: 5,5 kW × 0,25 h × 30 dias = 41,25 kWh/mês</a:t>
            </a:r>
            <a:endParaRPr lang="en-US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1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consome uma casa e um comércio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Perfil (exemplo)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Consumo/mês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7A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Residência pequena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150–200 kWh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Residência com ar-condicionado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400–800 kWh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Padaria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2.000–4.000 kWh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Clínica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3.000–6.000 kWh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Supermercado de bairro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B2F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10.000–25.000 kWh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1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kWh vira dinheiro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10789920" cy="4754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 ≈ consumo (kWh) × tarifa (R$/kWh) + impostos e taxas</a:t>
            </a:r>
            <a:endParaRPr lang="en-US" sz="2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600" b="1" dirty="0">
                <a:solidFill>
                  <a:srgbClr val="F5B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Ex.: 450 kWh × R$ 1,00 = R$ 450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1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kWp: a potência da usina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31520" y="123444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kWp = quilowatt-pico: potência máxima dos painéis em condições ideais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 · Aula 1 · Cena 7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 = potência  ·  kWh = energia (o que se paga)  ·  kWp = tamanho da usina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 · Aula 1 — Energia e potência: o kW, o kWh e o que você paga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