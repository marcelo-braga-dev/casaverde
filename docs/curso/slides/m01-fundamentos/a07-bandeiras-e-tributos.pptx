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Na aula anterior, abrimos a tarifa sem impostos. Mas a conta que o seu cliente recebe tem mais coisas: bandeiras tarifárias, impostos estaduais e federais e uma contribuição municipal. Nesta aula, vamos montar a conta final, do jeito que ela chega ao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Bandeiras tarifárias (0:40–3:30)
Visual: ANIMAÇÃO de um semáforo com quatro estados: verde, amarela, vermelha patamar 1, vermelha patamar 2.
Narração:
As bandeiras tarifárias funcionam como um semáforo do custo de gerar energia no país. Quando chove bem e as hidrelétricas estão cheias, a energia é mais barata, e a bandeira é verde: não há acréscimo. Quando é preciso acionar usinas mais caras, como as térmicas, a bandeira muda para amarela ou vermelha, em dois patamares, e a conta ganha um acréscimo para cada quilowatt-hora consumido. Quem define a bandeira de cada mês é a ANEEL. Para o seu negócio, as bandeiras são um argumento comercial: em meses de bandeira vermelha, a conta de luz sobe, e a economia de quem tem geração distribuída se torna mais visível. Mas atenção ao prometer: a economia do seu cliente depende de como os créditos são valorados e de como o seu contrato define o desconto. Não prometa "você não paga bandeira" sem saber exatamente como isso aparece na fatura da sua distribuidora.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Os tributos (3:30–6:30)
Visual: SLIDE com três blocos.
Narração:
Três tributos aparecem na conta. O ICMS é estadual. Cada estado define a alíquota, e desde 2022 a energia elétrica é considerada bem essencial, o que limitou as alíquotas à alíquota geral do estado. O PIS e a COFINS são federais, e o percentual muda um pouco a cada mês, porque é calculado de forma não cumulativa pela distribuidora. E a contribuição de iluminação pública, que tem nomes como CIP ou COSIP, é municipal e costuma ser um valor fixo ou por faixa de consumo. Um detalhe que pega muita gente de surpresa: o ICMS, o PIS e a COFINS são calculados "por dentro". Isso significa que eles fazem parte da própria base de cálculo. Por isso, a tarifa com impostos não é simplesmente a tarifa mais dezoito por cento: é a tarifa dividida por um menos a soma das alíquotas.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Calculando a tarifa com impostos (6:30–9:00)
Visual: QUADRO com a conta.
Narração:
Vamos fazer a conta com o nosso exemplo. A tarifa sem impostos é de oitenta centavos. Imagine um ICMS de dezoito por cento e PIS mais COFINS somando cerca de cinco por cento — são números ilustrativos. A soma dá vinte e três por cento. A tarifa com impostos é oitenta centavos dividido por um menos zero vírgula vinte e três, ou seja, dividido por zero vírgula setenta e sete. Resultado: cerca de um real e quatro centavos por quilowatt-hora. Repare que os impostos aumentaram a tarifa em quase trinta por cento, e não em vinte e três. É assim que a conta da residência de quatrocentos e cinquenta quilowatts-hora chega perto de quatrocentos e setenta reais, mais a iluminação pública e uma eventual bandeira.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 na geração distribuída? (9:00–10:20)
Visual: SLIDE.
Narração:
E como os tributos funcionam quando há créditos de geração distribuída? Existem regras específicas: em nível federal, há previsão de PIS e COFINS zerados sobre a energia compensada, e no ICMS existe um convênio entre os estados com isenção sobre a energia compensada, com condições e diferenças de estado para estado, especialmente em relação à parte da tarifa que continua sendo paga, como o Fio B. É um tema que muda e que depende do seu estado, por isso vamos tratá-lo com cuidado no módulo 11, com a recomendação de validar sempre com um contador especializado.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(10:20–11:00)
Visual: APRESENTADOR + SLIDE da conta montada.
Narração:
Resumindo: a conta final é o consumo vezes a tarifa com impostos, calculados por dentro, mais a bandeira do mês e a contribuição de iluminação pública. Agora você já tem todas as peças para ler uma conta de luz. E é isso que vamos fazer no laboratório da próxima aula, na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Aula 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Bandeiras, tributos e a conta de luz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bandeiras tarifárias, ICMS, PIS/COFINS e contribuição de iluminação, e calcular a tarifa com impostos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7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tarifa à conta final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7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Bandeiras tarifárias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Verde: sem acréscimo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Amarela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Vermelha 1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Vermelha 2: acréscimo por kWh consumido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7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tributos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ICMS — estadual · alíquota do estado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PIS/COFINS — federais · variam mês a mês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CIP/COSIP — municipal · iluminação pública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7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Calculando a tarifa com impostos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Tarifa com impostos = Tarifa sem impostos ÷ (1 − (ICMS + PIS + COFINS))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Ex.: R$ 0,80 ÷ (1 − (0,18 + 0,05)) = R$ 0,80 ÷ 0,77 ≈ R$ 1,04/kWh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7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na geração distribuída?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Tributos sobre a energia compensada: regras específicas — estudaremos no M11 [CONFERIR por estado]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7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= kWh × tarifa com impostos + bandeira + iluminação pública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Aula 7 — Bandeiras, tributos e a conta de luz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