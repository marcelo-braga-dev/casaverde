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Energia é o seu estoque: ocupação, desempenho de geração e créditos chegando aos clientes.
No comercial, conte quilowatts-hora vendidos, não só clientes, e compare o custo de aquisição com a margem que cada cliente traz.
No financeiro, o indicador decisivo é o resultado contra o ponto de equilíbrio: estamos ganhando ou perdendo, e quanto falta?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clientes, olhe o churn: dois por cento ao mês é quase um quarto da base em um ano. E economia média caindo antecipa cancelamentos.
Coloque tudo numa página, com meta e semáforo, e revise todo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relatório de economia nos momentos da tela, principalmente no pedido de cancelamento.
Ele também vende: números agregados viram prova social, e o cliente pode mostrar o próprio relatório a quem indicar.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economizado economia média/mês mês a mês PDF e Excel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produtor, uma página por mês com os itens da tela, e um repasse que bate com o extrato.
Para o investidor, um relatório trimestral de portfólio, com uma seção honesta de riscos.
Mesma data, mesmo formato, números que batem e más notícias contadas primeiro. É isso que faz o produtor renovar.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Escreva três decisões concretas, cada uma com o quê, quem e até quando. Decisão concreta transforma painel em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dashboard: filas, valores a receber e falhas de pagamento. O que está travado hoje?
No cockpit, em Relatórios, Relatório Geral: energia da frota, usinas críticas e clientes sem usina.
Veja o funil de faturas, os alertas abertos, o ranking de consultores e as ações pendentes com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Relatórios, Executivo, filtre o mês: cobrado, recebido e vencido. Exporte em PDF.
Nos relatórios de usinas e clientes, veja receita por usina e economia dos clientes. Exporte em Excel.
Preencha o painel de doze indicadores e escreva cinco linhas sobre o mês.
Exporte o relatório de economia de três clientes e monte o relatório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 relatórios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Os indicadores de uma operação de GD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relatório de economia como ferramenta de retenção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Relatórios para produtor e investidor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cockpit executivo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relatório mensal da sua operação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os indicadores de uma empresa de assinatura (energia, comercial, financeiro, cliente) e as metas de cada um.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 relatório de economia como ferramenta de retenção e de venda.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Produzir relatórios para produtor e investidor.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o cockpit executivo e os relatórios da plataforma e exportar em PDF/Excel.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relatório mensal da própria operação.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os 12 indicadores essenciais, como calcular e qual meta usar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painel e a rotina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Taxa de ocupação = alocada ÷ disponível · meta 90–98%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Desempenho de geração = gerada ÷ esperada no mês · meta ≥ 95%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Energia compensada ÷ alocada · meta ≥ 95% (créditos chegando)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é o seu estoque: ocupação, desempenho de geração e créditos chegando aos clientes.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Novos clientes (e kWh vendidos) no mês · meta do plano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Conversão: proposta → cliente pagante · referência 25–40%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aquisição (CAC) = gasto comercial ÷ novos clientes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comercial, conte quilowatts-hora vendidos, não só clientes, e compare o custo de aquisição com a margem que cada cliente traz.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Receita da gestora (taxa de administração) no mês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Taxa de recebimento = recebido ÷ faturado no mês · meta ≥ 95%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Inadimplência &gt; 30 dias (% do faturado) · meta ≤ 3%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Margem de contribuição por kWh e resultado vs. ponto de equilíbrio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financeiro, o indicador decisivo é o resultado contra o ponto de equilíbrio: estamos ganhando ou perdendo, e quanto falta?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Churn mensal = cancelamentos ÷ base · meta ≤ 1%/mês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Economia média por cliente (R$/mês) e satisfação (NPS)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clientes, olhe o churn: dois por cento ao mês é quase um quarto da base em um ano. E economia média caindo antecipa cancelamentos.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painel e a rotina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× resultado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mensal (e semanal para ocupação, recebimento e inadimplência)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Coloque tudo numa página, com meta e semáforo, e revise todo mês.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como ferramenta de retenção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 relatório de economia do cliente para reter, renovar e gerar indicação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retenção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venda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como ferramenta de retenção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retenção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Trimestral: 'Você já economizou R$ X'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Aniversário de 1 ano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de cancelamento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Reajuste/Fio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Renovação de contrato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 relatório de economia nos momentos da tela, principalmente no pedido de cancelamento.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venda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social com números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'clientes do seu setor economizam em média R$ X/mês'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indicação: 'mostre seu relatório para um amigo'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também vende: números agregados viram prova social, e o cliente pode mostrar o próprio relatório a quem indicar.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O RELATÓRIO DE ECONOMIA COMO FERRAMENTA DE RETENÇÃO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_econom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do cliente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relatório mostra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economizado · economia média/mês · mês a mês · PDF e Excel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Mostre a economia antes que o cliente esqueça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trimestral, anual, cancelamento, reajuste, renovação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social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produtor e investidor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relatório mensal para o produtor e o relatório de desempenho para investidores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para investidores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produtor e investidor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do produtor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 × esperada × mesmo mês do ano anterior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 usina e nº de clientes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nos clientes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no mês · receita da usina · taxa de administração · repasse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(O&amp;M, paradas) e próximos passos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uma página por mês com os itens da tela, e um repasse que bate com o extrato.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para investidores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Portfólio: usinas, MWp, MWh/mês, ocupação média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por usina e rentabilidade anualizada (repasse ÷ investimento)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Histórico: geração real × projetada; inadimplência; churn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regulação (Fio B, 2029)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investidor, um relatório trimestral de portfólio, com uma seção honesta de riscos.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 todo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formato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que batem com o extrato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notícias primeiro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data, mesmo formato, números que batem e más notícias contadas primeiro. É isso que faz o produtor renovar.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1 página/mês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Investidor: portfólio trimestral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data, mesmo formato, números que batem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o dashboard do administrador e o cockpit executivo e decidir a partir deles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Exercício: três decisões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LABORATÓRIO: O COCKPIT EXECUTIVO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Exercício: três decisões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base no dashboard e no cockpit, escreva 3 decisões para a próxima semana (o quê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quando)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três decisões concretas, cada uma com o quê, quem e até quando. Decisão concreta transforma painel em gestão.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COCKPIT EXECUTIVO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dashboard do administrador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dashboard: filas, valores a receber e falhas de pagamento. O que está travado hoje?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executivo: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cockpit, em Relatórios, Relatório Geral: energia da frota, usinas críticas e clientes sem usina.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executivo: operação e pessoas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funil de faturas, os alertas abertos, o ranking de consultores e as ações pendentes com link.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administrador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da sua operação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Extrair os indicadores dos relatórios da plataforma, montar o painel do mês e exportar relatórios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RELATÓRIO MENSAL DA SUA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executiv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e financeiro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Relatórios, Executivo, filtre o mês: cobrado, recebido e vencido. Exporte em PDF.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clientes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relatórios de usinas e clientes, veja receita por usina e economia dos clientes. Exporte em Excel.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Preenchendo o painel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o painel de doze indicadores e escreva cinco linhas sobre o mês.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fora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 o relatório de economia de três clientes e monte o relatório do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ocupação da usina =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alocada ÷ energia disponível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÷ usinas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÷ potência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 ÷ faturado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mede: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que cancelam no período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perdida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serve principalmente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ao cliente quanto ele economizou e reduzir cancelamentos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impostos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faturas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o indicador mais importante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consultores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 tarifária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chamados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de contribuição por kWh deve ser comparada com: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fixo, para calcular o ponto de equilíbrio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desconto do cliente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energia alocada ÷ energia disponível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clientes que cancelam no período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mostrar ao cliente quanto ele economizou e reduzir cancelamentos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o custo fixo, para calcular o ponto de equilíbrio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 com 60.000 kWh disponíveis e 54.600 kWh alocados: taxa de ocupação?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Faturado R$ 30.000, recebido no mês R$ 27.300 de cobranças do mês: taxa de recebimento?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300 clientes, 6 cancelamentos no mês: churn mensal? E anual aproximado?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mensal da minha operação (meses 1 e 2 do laboratório): painel de 12 indicadores com meta e resultado, comentário de 5 linhas sobre o mês, relatório da usina para o produtor e o relatório de economia de 3 clientes exportados.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M10 — Indicadores e relatórios</dc:title>
  <dc:subject>PptxGenJS Presentation</dc:subject>
  <dc:creator>PptxGenJS</dc:creator>
  <cp:lastModifiedBy>PptxGenJS</cp:lastModifiedBy>
  <cp:revision>1</cp:revision>
  <dcterms:created xsi:type="dcterms:W3CDTF">2026-10-30T13:18:27Z</dcterms:created>
  <dcterms:modified xsi:type="dcterms:W3CDTF">2026-10-30T13:18:27Z</dcterms:modified>
</cp:coreProperties>
</file>