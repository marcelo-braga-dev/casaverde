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Energia é o seu estoque: ocupação, desempenho de geração e créditos chegando aos clientes.
No comercial, conte quilowatts-hora vendidos, não só clientes, e compare o custo de aquisição com a margem que cada cliente traz.
No financeiro, o indicador decisivo é o resultado contra o ponto de equilíbrio: estamos ganhando ou perdendo, e quanto falta?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clientes, olhe o churn: dois por cento ao mês é quase um quarto da base em um ano. E economia média caindo antecipa cancelamentos.
Coloque tudo numa página, com meta e semáforo, e revise todo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relatório de economia nos momentos da tela, principalmente no pedido de cancelamento.
Ele também vende: números agregados viram prova social, e o cliente pode mostrar o próprio relatório a quem indicar.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economizado economia média/mês mês a mês PDF e Excel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produtor, uma página por mês com os itens da tela, e um repasse que bate com o extrato.
Para o investidor, um relatório trimestral de portfólio, com uma seção honesta de riscos.
Mesma data, mesmo formato, números que batem e más notícias contadas primeiro. É isso que faz o produtor renovar.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três decisões concretas, cada uma com o quê, quem e até quando. Decisão concreta transforma painel em gestão.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dashboard: filas, valores a receber e falhas de pagamento. O que está travado hoje?
No cockpit, em Relatórios, Relatório Geral: energia da frota, usinas críticas e clientes sem usina.
Veja o funil de faturas, os alertas abertos, o ranking de consultores e as ações pendentes com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Relatórios, Executivo, filtre o mês: cobrado, recebido e vencido. Exporte em PDF.
Nos relatórios de usinas e clientes, veja receita por usina e economia dos clientes. Exporte em Excel.
Preencha o painel de doze indicadores e escreva cinco linhas sobre o mês.
Exporte o relatório de economia de três clientes e monte o relatório do produtor.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A23B"/>
          </a:solidFill>
          <a:ln/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
</a:t>
            </a:r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 ·  ETAPA 4 · GESTÃO E ESTRATÉGIA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 relatórios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Os indicadores de uma operação de GD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 relatório de economia como ferramenta de retenção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Relatórios para produtor e investidor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 cockpit executivo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 relatório mensal da sua operação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365760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139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7490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do módulo
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os indicadores de uma empresa de assinatura (energia, comercial, financeiro, cliente) e as metas de cada um.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relatório de economia como ferramenta de retenção e de venda.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Produzir relatórios para produtor e investidor.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o cockpit executivo e os relatórios da plataforma e exportar em PDF/Excel.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o relatório mensal da própria operação.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Etapa 4 · Gestão e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indicadores de uma operação de GD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os 12 indicadores essenciais, como calcular e qual meta usar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painel e a rotina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indicadores de uma operação de GD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Taxa de ocupação = alocada ÷ disponível · meta 90–98%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Desempenho de geração = gerada ÷ esperada no mês · meta ≥ 95%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Energia compensada ÷ alocada · meta ≥ 95% (créditos chegando)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é o seu estoque: ocupação, desempenho de geração e créditos chegando aos clientes.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1624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Novos clientes (e kWh vendidos) no mês · meta do plano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Conversão: proposta → cliente pagante · referência 25–40%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Custo de aquisição (CAC) = gasto comercial ÷ novos clientes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11624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4611624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comercial, conte quilowatts-hora vendidos, não só clientes, e compare o custo de aquisição com a margem que cada cliente traz.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00288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Receita da gestora (taxa de administração) no mês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Taxa de recebimento = recebido ÷ faturado no mês · meta ≥ 95%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Inadimplência &gt; 30 dias (% do faturado) · meta ≤ 3%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Margem de contribuição por kWh e resultado vs. ponto de equilíbrio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400288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6" name="Text 23"/>
          <p:cNvSpPr/>
          <p:nvPr/>
        </p:nvSpPr>
        <p:spPr>
          <a:xfrm>
            <a:off x="8400288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financeiro, o indicador decisivo é o resultado contra o ponto de equilíbrio: estamos ganhando ou perdendo, e quanto falta?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indicadores de uma operação de GD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Churn mensal = cancelamentos ÷ base · meta ≤ 1%/mês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Economia média por cliente (R$/mês) e satisfação (NPS)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clientes, olhe o churn: dois por cento ao mês é quase um quarto da base em um ano. E economia média caindo antecipa cancelamentos.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painel e a rotina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05956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página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× resultado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mensal (e semanal para ocupação, recebimento e inadimplência)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505956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6505956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Coloque tudo numa página, com meta e semáforo, e revise todo mês.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Etapa 4 · Gestão e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de economia como ferramenta de retenção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relatório de economia do cliente para reter, renovar e gerar indicação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na retenção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na venda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de economia como ferramenta de retenção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na retenção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Trimestral: 'Você já economizou R$ X'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Aniversário de 1 ano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de cancelamento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Reajuste/Fio B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Renovação de contrato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 relatório de economia nos momentos da tela, principalmente no pedido de cancelamento.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na venda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05956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social com números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'clientes do seu setor economizam em média R$ X/mês'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indicação: 'mostre seu relatório para um amigo'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505956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6505956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também vende: números agregados viram prova social, e o cliente pode mostrar o próprio relatório a quem indicar.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O RELATÓRIO DE ECONOMIA COMO FERRAMENTA DE RETENÇÃO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cliente_economi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economia do cliente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relatório mostra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economizado · economia média/mês · mês a mês · PDF e Excel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 a economia antes que o cliente esqueça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trimestral, anual, cancelamento, reajuste, renovação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social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Etapa 4 · Gestão e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para produtor e investidor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o relatório mensal para o produtor e o relatório de desempenho para investidores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mensal do produtor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para investidores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Credibilidade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para produtor e investidor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mensal do produtor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do mês × esperada × mesmo mês do ano anterior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 da usina e nº de clientes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compensada nos clientes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do crédito no mês · receita da usina · taxa de administração · repasse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Ocorrências (O&amp;M, paradas) e próximos passos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produtor, uma página por mês com os itens da tela, e um repasse que bate com o extrato.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para investidores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1624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Portfólio: usinas, MWp, MWh/mês, ocupação média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por usina e rentabilidade anualizada (repasse ÷ investimento)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Histórico: geração real × projetada; inadimplência; churn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e regulação (Fio B, 2029)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11624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4611624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investidor, um relatório trimestral de portfólio, com uma seção honesta de riscos.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Credibilidade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00288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data todo mês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formato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que batem com o extrato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notícias primeiro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400288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6" name="Text 23"/>
          <p:cNvSpPr/>
          <p:nvPr/>
        </p:nvSpPr>
        <p:spPr>
          <a:xfrm>
            <a:off x="8400288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data, mesmo formato, números que batem e más notícias contadas primeiro. É isso que faz o produtor renovar.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Produtor: 1 página/mês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Investidor: portfólio trimestral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data, mesmo formato, números que batem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Etapa 4 · Gestão e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cockpit executivo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o dashboard do administrador e o cockpit executivo e decidir a partir deles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 três decisões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LABORATÓRIO: O COCKPIT EXECUTIVO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 três decisões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base no dashboard e no cockpit, escreva 3 decisões para a próxima semana (o quê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quando)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três decisões concretas, cada uma com o quê, quem e até quando. Decisão concreta transforma painel em gestão.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O COCKPIT EXECUTIVO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cockpi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 executivo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dashboard do administrador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dashboard: filas, valores a receber e falhas de pagamento. O que está travado hoje?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cockpit executivo: energia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cockpit, em Relatórios, Relatório Geral: energia da frota, usinas críticas e clientes sem usina.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cockpit executivo: operação e pessoas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Veja o funil de faturas, os alertas abertos, o ranking de consultores e as ações pendentes com link.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NA PLATAFORMA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do administrador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380744" y="1225296"/>
            <a:ext cx="9400032" cy="531952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1872"/>
            <a:ext cx="9326880" cy="52463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Etapa 4 · Gestão e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mensal da sua operação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 os indicadores dos relatórios da plataforma, montar o painel do mês e exportar relatórios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O RELATÓRIO MENSAL DA SUA OPERAÇÃO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relatorio_executiv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 e financeiro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Relatórios, Executivo, filtre o mês: cobrado, recebido e vencido. Exporte em PDF.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e clientes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relatórios de usinas e clientes, veja receita por usina e economia dos clientes. Exporte em Excel.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Preenchendo o painel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Preencha o painel de doze indicadores e escreva cinco linhas sobre o mês.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para fora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 o relatório de economia de três clientes e monte o relatório do produtor.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NA PLATAFORMA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por usina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380744" y="1225296"/>
            <a:ext cx="9400032" cy="531952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relatorio_usina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1872"/>
            <a:ext cx="9326880" cy="52463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1–2 DE 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ocupação da usina =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alocada ÷ energia disponível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÷ usinas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÷ potência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recebido ÷ faturado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mede: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clientes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que cancelam no período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inadimplência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perdida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3–4 DE 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de economia serve principalmente para: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ao cliente quanto ele economizou e reduzir cancelamentos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impostos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 geração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faturas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produtor, o indicador mais importante é: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de consultores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bandeira tarifária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de chamados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5–5 DE 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margem de contribuição por kWh deve ser comparada com: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tarifa cheia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fixo, para calcular o ponto de equilíbrio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geração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desconto do cliente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SUAS RESPOSTAS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do 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energia alocada ÷ energia disponível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clientes que cancelam no período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mostrar ao cliente quanto ele economizou e reduzir cancelamentos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-) 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886200"/>
            <a:ext cx="35448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995928"/>
            <a:ext cx="2630424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o custo fixo, para calcular o ponto de equilíbrio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Fechamento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DO MÓDULO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 e entregue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Usina com 60.000 kWh disponíveis e 54.600 kWh alocados: taxa de ocupação?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Faturado R$ 30.000, recebido no mês R$ 27.300 de cobranças do mês: taxa de recebimento?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300 clientes, 6 cancelamentos no mês: churn mensal? E anual aproximado?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200" y="1325880"/>
            <a:ext cx="5468112" cy="4937760"/>
          </a:xfrm>
          <a:prstGeom prst="roundRect">
            <a:avLst>
              <a:gd name="adj" fmla="val 1852"/>
            </a:avLst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554480"/>
            <a:ext cx="4828032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MÓDULO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mensal da minha operação (meses 1 e 2 do laboratório): painel de 12 indicadores com meta e resultado, comentário de 5 linhas sobre o mês, relatório da usina para o produtor e o relatório de economia de 3 clientes exportados.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GD Solar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— Indicadores e relatórios</dc:title>
  <dc:subject>PptxGenJS Presentation</dc:subject>
  <dc:creator>PptxGenJS</dc:creator>
  <cp:lastModifiedBy>PptxGenJS</cp:lastModifiedBy>
  <cp:revision>1</cp:revision>
  <dcterms:created xsi:type="dcterms:W3CDTF">2026-10-30T12:33:06Z</dcterms:created>
  <dcterms:modified xsi:type="dcterms:W3CDTF">2026-10-30T12:33:06Z</dcterms:modified>
</cp:coreProperties>
</file>