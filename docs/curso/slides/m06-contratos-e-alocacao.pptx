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cliente adere à entidade que detém a usina e a sua empresa faz a gestão. Isso precisa ficar claro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dez cláusulas da tela, três evitam a maioria dos conflitos: a fórmula do valor mensal com um exemplo, o cancelamento com aviso prévio e o reequilíbrio em caso de mudança regulatória.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assinatura eletrônica e guarde os documentos organizados por cliente.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Colete só o necessário, com finalidade clara, como mostra 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base legal principal é a execução do contrato. Tenha um aviso de privacidade simples.
O que vaza costuma estar fora do sistema: planilhas no WhatsApp e contas no celular do vendedor. Regra simples: dado de cliente vive no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Ofereça um canal para o titular e defina por quanto tempo guarda cada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traz as unidades e o percentual de cada uma, somando no máximo cem por cento. Descubra o procedimento exato da sua distribuidora antes do primeiro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Atualize uma vez por ciclo, num dia fixo: consolide entradas e saídas, envie, acompanhe o protocolo e confira na fatura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saída abre um buraco no rateio. Tenha uma fila de clientes para preenchê-lo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as casas decimais, com a concentração acima de vinte e cinco por cento e guarde todos os protocolos.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Mantenha a ocupação entre noventa e noventa e oito por cento da energia disponível. A plataforma ajuda com duas travas: não deixa vincular acima do saldo e acusa alerta crítico se a alocação passar da energia disponível.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Evite concentração: além do risco de GD três, um cliente grande que sai leva uma fatia da receita de uma vez.
Quando a geração cai, a ação depende da causa: uma queda pontual não exige nada, uma falha exige manutenção e uma queda estrutural exige rebalancear as cotas.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usina deve ter um plano de ocupação, e o time comercial vende olhando para 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Marque a proposta como aprovada e gere o contrato. Os dados vêm da proposta; complete o cadastro e registre a assinatura.
Na unidade consumidora, crie o vínculo com a usina e informe a energia alocada. O saldo da usina cai na hora.
Abra a usina, veja os clientes vinculados e calcule na planilha o percentual de rateio de cada um.
Na aba Acesso do cliente, gere o convite: ele recebe o e-mail de ativação e cria a própria senha.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planilha de ocupação, some as cotas: a meta é entre noventa e noventa e oito por cento, sem cliente acima de vinte e cinco.
Vincule os clientes e acompanhe o saldo em Gestão de Energia.
Tente vincular uma cota maior que o saldo: o vínculo é recusado.
Registre uma geração menor que a energia alocada e clique em Escanear Agora, em Alertas Operacionais: aparece o alerta crítico.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Corrija a causa e escaneie de novo: o alerta se resolve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Contratos, rateio e alocação de energia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 contrato do cliente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LGPD na operação de GD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 rateio na distribuidora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Alocação de energia sem vender o que não existe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Contrato, vínculo cliente-usina e convite ao portal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Alocando uma usina entre quinze clientes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as cláusulas essenciais do contrato do cliente e o fluxo de assinatura.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 LGPD à operação (bases legais, dados coletados, acesso, retenção, portal).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a lista de rateio na distribuidora (inclusão, saída, alteração de percentuais).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Alocar a energia da usina entre clientes sem exceder a disponível e sem concentração (GD III).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Emitir contrato a partir da proposta, criar o vínculo cliente-usina e enviar o convite ao portal.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do cliente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as cláusulas essenciais e o fluxo de assinatura do contrato do cliente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partes e a estrutura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cláusulas essenciais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 documentos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 CONTRATO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partes e a estrutura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342900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do cliente = adesão à entidade + regras da participação + gestão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adere à entidade que detém a usina e a sua empresa faz a gestão. Isso precisa ficar claro no documento.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 CONTRATO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cláusulas essenciais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Objeto e unidade(s) consumidora(s)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Cota/percentual e início previsto dos créditos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Cálculo mensal do valor (energia compensada × (1 − desconto))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Vencimento, meios de pagamento, atraso (multa e juros legais)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Prazo, renovação e cancelamento (aviso prévio)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Mudança de endereço/titularidade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Variação de geração (nunca paga o que não recebeu)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Reajuste e reequilíbrio regulatório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Obrigações do cliente (manter titularidade, informar mudanças, enviar faturas se preciso)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Dados pessoais (LGPD) e comunicação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dez cláusulas da tela, três evitam a maioria dos conflitos: a fórmula do valor mensal com um exemplo, o cancelamento com aviso prévio e o reequilíbrio em caso de mudança regulatória.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do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 documentos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PF: documento, conta de luz no nome do titular, comprovante de endereço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PJ: contrato social/CNPJ, documento do representante, conta de luz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eletrônica com trilha de auditoria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assinatura eletrônica e guarde os documentos organizados por cliente.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na plataforma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nasce da proposta aprovada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emitido → assinado → ativo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cláusulas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com exemplo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 com aviso prévio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reequilíbrio regulatório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eletrônica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na operação de GD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os princípios da LGPD aos dados de clientes, produtores e faturas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dados e para quê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legais e transparência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e acesso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Direitos do titular e retenção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LGPD NA OPERAÇÃO DE GD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dados e para quê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Nome, CPF/CNPJ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Contrato, cobrança, cadastro na distribuidora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Endereço, UC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Rateio de créditos, faturas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Telefone, e-mail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Avisos de cobrança, portal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Faturas da distribuidora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Cálculo da cobrança, relatório de economia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Colete só o necessário, com finalidade clara, como mostra a tabela.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na operação de GD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legais e transparência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legal principal: execução de contrato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cumprimento de obrigação legal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de privacidade claro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legal principal é a execução do contrato. Tenha um aviso de privacidade simples.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e acesso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por perfil (carteira)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senhas fortes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fora de pastas públicas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planilha no WhatsApp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de quem acessou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vaza costuma estar fora do sistema: planilhas no WhatsApp e contas no celular do vendedor. Regra simples: dado de cliente vive no sistema.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LGPD NA OPERAÇÃO DE GD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Direitos do titular e retenção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(quando cabível)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atendimento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encarregado (DPO)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de retenção definido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Ofereça um canal para o titular e defina por quanto tempo guarda cada dado.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necessário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legal: contrato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de privacidade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por perfil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do titular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 definida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na distribuidora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manter a lista de rateio e planejar entradas e saídas de clientes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a lista de rateio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atualização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Entradas, saídas e o "buraco"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a lista de rateio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1234567 · Padaria · 4,00%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2345678 · Clínica · 6,18%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3456789 · Residência · 0,67%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soma ≤ 100%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lista traz as unidades e o percentual de cada uma, somando no máximo cem por cento. Descubra o procedimento exato da sua distribuidora antes do primeiro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atualização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vez por ciclo: consolidar entradas, saídas e ajustes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protocolo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na fatura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Atualize uma vez por ciclo, num dia fixo: consolide entradas e saídas, envie, acompanhe o protocolo e confira na fatura seguinte.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Entradas, saídas e o "buraco"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Saiu um cliente de 4% → 4% sem dono → crédito fica acumulado na usina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Ação: vender a cota liberada rápido ou redistribuir aos clientes com espaço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saída abre um buraco no rateio. Tenha uma fila de clientes para preenchê-lo rápido.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O RATEIO NA DISTRIBUIDORA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na mesma distribuidora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 com contrato ativo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percentual com casas decimais corretas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participante ≥ 25% em usina &gt; 500 kW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guardar protocolos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com as casas decimais, com a concentração acima de vinte e cinco por cento e guarde todos os protocolos.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rateio = elo com a distribuidora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atualização por ciclo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= buraco a preencher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guardados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Alocação de energia sem vender o que não existe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ocupação da usina, evitar oversell e concentração, e reagir a quedas de geração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Disponível, alocado e saldo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travas da plataforma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e GD III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geração cai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ocupação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ALOCAÇÃO DE ENERGIA SEM VENDER O QUE NÃO EXISTE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Disponível, alocado e saldo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Disponível (conservador) = alocado + saldo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ocupação-alvo: 90–98% da disponível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ocupação entre noventa e noventa e oito por cento da energia disponível. A plataforma ajuda com duas travas: não deixa vincular acima do saldo e acusa alerta crítico se a alocação passar da energia disponível.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Alocação de energia sem vender o que não existe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travas da plataforma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1: não vincula acima do saldo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2: alerta crítico se o alocado passar do disponível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e GD III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&gt; 500 kW: nenhum participante ≥ 25%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diversifique: risco de inadimplência e de saída também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8" name="Text 15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Evite concentração: além do risco de GD três, um cliente grande que sai leva uma fatia da receita de uma vez.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geração cai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pontual (1 mês) → nada a fazer: rateio é %, todos recebem proporcionalmente menos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por falha → acionar O&amp;M, comunicar clientes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estrutural → reduzir disponível, rebalancear cotas, mover clientes para outra usina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4" name="Text 21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geração cai, a ação depende da causa: uma queda pontual não exige nada, uma falha exige manutenção e uma queda estrutural exige rebalancear as cotas.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ALOCAÇÃO DE ENERGIA SEM VENDER O QUE NÃO EXISTE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ocupação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60.000 kWh disponíveis × 95% = 57.000 kWh alocáveis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6 empresas (~20.000) + 70 residências (~28.000) + saldo para fila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usina deve ter um plano de ocupação, e o time comercial vende olhando para ele.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90–98%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travas da plataforma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concentração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reagir à causa da queda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Contrato, vínculo cliente-usina e convite ao portal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Emitir o contrato a partir da proposta, vincular a UC à usina e enviar o convite de acesso ao portal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CONTRATO, VÍNCULO CLIENTE-USINA E CONVITE AO PORTAL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u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 consumidora e vínculo com a usina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Aprovando a proposta e emitindo o contrato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Marque a proposta como aprovada e gere o contrato. Os dados vêm da proposta; complete o cadastro e registre a assinatura.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Vinculando a UC à usina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unidade consumidora, crie o vínculo com a usina e informe a energia alocada. O saldo da usina cai na hora.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percentual para o rateio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a usina, veja os clientes vinculados e calcule na planilha o percentual de rateio de cada um.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convite ao portal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aba Acesso do cliente, gere o convite: ele recebe o e-mail de ativação e cria a própria senha.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trat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Alocando uma usina entre quinze clientes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Ocupar a usina entre 90% e 98%, provocar e entender as duas travas de alocação e resolver o alerta crítico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ALOCANDO UMA USINA ENTRE QUINZE CLIENTES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ocupação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planilha de ocupação, some as cotas: a meta é entre noventa e noventa e oito por cento, sem cliente acima de vinte e cinco.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Vinculando os clientes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Vincule os clientes e acompanhe o saldo em Gestão de Energia.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1: tentando vender o que não existe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Tente vincular uma cota maior que o saldo: o vínculo é recusado.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Trava 2: a geração caiu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uma geração menor que a energia alocada e clique em Escanear Agora, em Alertas Operacionais: aparece o alerta crítico.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ALOCANDO UMA USINA ENTRE QUINZE CLIENTES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Resolvendo o alerta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Corrija a causa e escaneie de novo: o alerta se resolve sozinho.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cláusula evita surpresas quando a regra do Fio B muda?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Reequilíbrio/ajuste regulatório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multa fixa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confidencialidade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legal mais comum para tratar os dados do cliente na assinatura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de contrato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consentimento para tudo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interesse público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um cliente sai, a lista de rateio: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atualizada na distribuidora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atualiza sozinha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muda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cancelada inteira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plataforma permite vincular mais energia do que o saldo da usina?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para admin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Não, recusa o vínculo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com senha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geração registrada cair abaixo do que já está alocado, a varredura de alertas indica: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vencida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ilegível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usina acima de 500 kW em geração compartilhada, deve-se evitar: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participante com 25% ou mais dos créditos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de 10 clientes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residenciais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12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Reequilíbrio/ajuste regulatório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execução de contrato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precisa ser atualizada na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Não, recusa o vínculo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um participante com 25% ou mais dos créditos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Usina com 60.000 kWh disponíveis; já alocados 55.300 kWh. Um cliente pede 5.000 kWh. O que acontece na plataforma e o que você faz?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Cliente sai em março. Quais são os três passos operacionais?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Liste os dados pessoais que a sua operação coleta e a finalidade de cada um.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alocada: os 5 clientes do M5 com contrato emitido, vínculo com a usina e convite enviado, mais 10 clientes adicionais (carregados pelo "checkpoint do M6" do laboratório ou cadastrados manualmente) até ocupar 90–98% da energia disponível, com nenhum cliente acima de 25% e a planilha de rateio pronta para a distribuidora.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— Contratos, rateio e alocação de energia</dc:title>
  <dc:subject>PptxGenJS Presentation</dc:subject>
  <dc:creator>PptxGenJS</dc:creator>
  <cp:lastModifiedBy>PptxGenJS</cp:lastModifiedBy>
  <cp:revision>1</cp:revision>
  <dcterms:created xsi:type="dcterms:W3CDTF">2026-10-30T13:46:37Z</dcterms:created>
  <dcterms:modified xsi:type="dcterms:W3CDTF">2026-10-30T13:46:37Z</dcterms:modified>
</cp:coreProperties>
</file>