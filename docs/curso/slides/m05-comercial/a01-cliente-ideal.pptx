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(0:00–0:40)
Visual: APRESENTADOR.
Narração:
Com a usina garantida, é hora de vender. Mas, antes de sair vendendo para todo mundo, defina para quem vender. Um bom cliente de assinatura consome bastante, paga em dia, fica por anos e indica outros. Um cliente ruim consome pouco, dá trabalho, atrasa e cancela. A diferença entre os dois define a sua margem.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Os critérios do cliente ideal (0:40–4:00)
Visual: SLIDE com cinco critérios.
Narração:
São cinco critérios. Primeiro, ser do grupo B e estar na área da sua distribuidora, porque é lá que a sua usina está. Segundo, consumo alto e estável. No comércio e nos serviços, algo entre mil e dez mil quilowatts-hora por mês é a faixa ideal: uma venda já ocupa uma boa fatia da usina. Nas residências, a partir de uns trezentos quilowatts-hora; abaixo disso, a economia em reais é pequena, o cliente dá o mesmo trabalho e a sua margem por cliente cai muito. Terceiro, ser bom pagador: um negócio estabelecido há anos, uma família com histórico. Quarto, não ter planos de mudar de endereço ou de instalar um sistema próprio no curto prazo. E quinto, decisor acessível: no comércio, o dono; não um processo de compras de três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Segmentos que funcionam (4:00–6:30)
Visual: SLIDE com grade de ícones.
Narração:
Na prática, alguns segmentos funcionam muito bem: padarias e restaurantes, com fornos e refrigeração; clínicas e consultórios, com ar-condicionado e equipamentos; academias; escolas particulares; farmácias; pousadas; escritórios; mercados de bairro; igrejas. E residências de alto consumo, com ar-condicionado e piscina. Escolha dois ou três segmentos para começar e fique especialista neles: você aprende a linguagem, as objeções e o consumo típico, e um cliente indica outro do mesmo setor.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Quem evitar (6:30–8:10)
Visual: SLIDE com itens em cinza.
Narração:
E quem evitar, pelo menos no começo? Clientes com consumo muito baixo. Famílias com tarifa social, que já têm desconto na tarifa e podem ter uma economia pequena — avalie caso a caso. Clientes do grupo A, cuja proposta é mais complexa, por causa da demanda; deixe para quando a operação estiver madura. Quem vai mudar de endereço em breve. E quem já tem um sistema solar próprio que cobre o consumo.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Os canais de aquisição (8:10–11:00)
Visual: SLIDE com canais; destaque especial para "leads perdidos de sistema solar".
Narração:
Agora, onde encontrar esses clientes. Indicação é o canal mais barato: cada cliente satisfeito conhece outros. Crie um programa de indicação desde o primeiro dia. Parceiros: contadores, que conhecem as contas de luz dos clientes; associações comerciais; imobiliárias. Prospecção ativa no comércio, com visita e a conta de luz na mão. Anúncios locais, segmentados por região. E aqui vai um ouro para quem já tem empresa solar: os leads que não compraram sistema. Pense em quantos orçamentos você fez para gente que não tinha telhado adequado, que mora de aluguel, que não tinha capital ou não conseguiu financiamento. Todos eles queriam economizar na conta de luz. Para eles, a assinatura é a resposta perfeita: economia sem investimento e sem obra. A sua base de orçamentos perdidos pode ser a sua primeira carteira de assinantes.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Resumo (11:00–12:00)
Visual: APRESENTADOR.
Narração:
Resumindo: o cliente ideal é do grupo B, na sua distribuidora, com consumo alto e estável, bom pagador e decisor acessível. Escolha dois ou três segmentos e use indicação, parceiros e, se você já é do setor solar, os seus leads perdidos. Defina o seu ICP no entregável. Na próxima aula, vamos dimensionar a cota de cada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M5 · Aula 1</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Quem é o cliente ideal de GD compartilhada</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Definir o ICP da empresa e os canais de aquisição</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M5 · Aula 1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Nem todo cliente é bom cliente</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M5 · Aula 1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Os critérios do cliente ideal</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1700" dirty="0">
                <a:solidFill>
                  <a:srgbClr val="2B2F33"/>
                </a:solidFill>
                <a:latin typeface="Arial" pitchFamily="34" charset="0"/>
                <a:ea typeface="Arial" pitchFamily="34" charset="-122"/>
                <a:cs typeface="Arial" pitchFamily="34" charset="-120"/>
              </a:rPr>
              <a:t>1. Grupo B, na área da sua distribuidora</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2. Consumo alto e estável (comércio: 1.000–10.000 kWh; residência: ≥ 300 kWh)</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3. Bom pagador / negócio estabelecido</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4. Sem planos de mudança ou de sistema próprio</a:t>
            </a:r>
            <a:endParaRPr lang="en-US" sz="1700" dirty="0"/>
          </a:p>
          <a:p>
            <a:pPr indent="0" marL="0">
              <a:spcAft>
                <a:spcPts val="800"/>
              </a:spcAft>
              <a:buNone/>
            </a:pPr>
            <a:r>
              <a:rPr lang="en-US" sz="1700" dirty="0">
                <a:solidFill>
                  <a:srgbClr val="2B2F33"/>
                </a:solidFill>
                <a:latin typeface="Arial" pitchFamily="34" charset="0"/>
                <a:ea typeface="Arial" pitchFamily="34" charset="-122"/>
                <a:cs typeface="Arial" pitchFamily="34" charset="-120"/>
              </a:rPr>
              <a:t>5. Decisor acessível</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M5 · Aula 1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Segmentos que funcionam</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Padarias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restaurantes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clínicas e consultórios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academias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escolas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farmácias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pousadas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escritórios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mercados de bairro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igrejas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residências de alto consumo</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M5 · Aula 1 · Cena 4</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Quem evitar</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Consumo muito baixo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tarifa social (avaliar caso a caso)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grupo A (proposta complexa)</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quem vai mudar</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quem já tem sistema próprio dimensionado</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M5 · Aula 1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Os canais de aquisição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Indicação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parceiros (contadores, associações comerciais, imobiliárias)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porta a porta no comércio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anúncios locais</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 leads de sistema solar que não compraram</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M5 · Aula 1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ICP: grupo B, consumo alto e estável, bom pagador, decisor acessível  ·  2–3 segmentos  ·  indicação e leads perdidos</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 Aula 1 — Quem é o cliente ideal de GD compartilhada</dc:title>
  <dc:subject>PptxGenJS Presentation</dc:subject>
  <dc:creator>PptxGenJS</dc:creator>
  <cp:lastModifiedBy>PptxGenJS</cp:lastModifiedBy>
  <cp:revision>1</cp:revision>
  <dcterms:created xsi:type="dcterms:W3CDTF">2026-10-30T10:46:06Z</dcterms:created>
  <dcterms:modified xsi:type="dcterms:W3CDTF">2026-10-30T10:46:06Z</dcterms:modified>
</cp:coreProperties>
</file>