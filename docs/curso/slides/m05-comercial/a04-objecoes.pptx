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Toda objeção é uma pergunta disfarçada. O cliente não diz "não"; ele diz "eu ainda não entendi" ou "eu ainda não confio". Nesta aula, as dez objeções que mais aparecem na venda de assinatura de energia, com respostas curtas e verdadeiras. Uma regra antes de tudo: nunca minta para fechar. Na assinatura, o cliente fica anos com você, e a mentira aparece na primeira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Confiança (0:40–4:30)
Visual: SLIDE: objeção em destaque → resposta curta.
Narração:
O primeiro bloco é de confiança. "Isso é golpe?" A resposta: é um modelo previsto em lei, a Lei 14.300 de 2022; você continua cliente da distribuidora, recebendo a conta dela normalmente; nós somos uma empresa com CNPJ, com contrato por escrito; e aqui estão clientes que já atendemos — se puder, dê o contato de um cliente que aceite ser referência. "A distribuidora vai cortar a minha luz?" Não. O fornecimento continua exatamente o mesmo, pela mesma rede. A única diferença é que parte da sua energia passa a ser compensada por créditos de uma usina. "Preciso trocar o medidor ou fazer alguma obra?" Não. Nada muda na sua casa ou no seu estabelecimento.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Entendimento (4:30–8:00)
Visual: SLIDE.
Narração:
O segundo bloco é de entendimento. "Vou pagar duas contas?" Sim — e é por isso que você vai economizar: duas contas menores que, somadas, ficam abaixo da de hoje. Mostre a conta, com os números dele. "Por que não vinte por cento na conta toda?" Porque o desconto é sobre a energia compensada; uma parte da conta continua sendo da distribuidora — o mínimo e o uso da rede —, e a sua economia real é de tantos reais por mês. Seja direto e mostre o número. "E se a usina gerar menos num mês?" Você recebe proporcionalmente menos créditos e paga proporcionalmente menos para nós, porque a cobrança é calculada sobre o que foi efetivamente compensado na sua fatura. Você nunca paga por energia que não recebeu. Essa resposta é verdadeira por causa da forma como a cobrança é calculada na plataforma: ela parte da energia compensada na fatura da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Compromisso (8:00–11:20)
Visual: SLIDE.
Narração:
O terceiro bloco é de compromisso. "Tem fidelidade? E multa?" Responda exatamente o que o seu contrato diz: o prazo, o aviso prévio para cancelar, e se há alguma condição. Contratos com cancelamento simples, com aviso prévio de um ou dois ciclos, para que dê tempo de ajustar o rateio, vendem mais e geram menos reclamação do que multas pesadas. "E se eu mudar de endereço?" Se o novo endereço estiver na área da mesma distribuidora, a cota pode ser transferida para a nova unidade consumidora; se não, o contrato é encerrado nas condições previstas. "E essa história de Fio B, de mudança de regra?" Seja honesto: a economia acompanha as regras e a tarifa da distribuidora; a lei prevê uma transição, e nós mostramos a conta todo mês no seu relatório de economia; o contrato prevê como funciona um eventual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Timing (11:20–13:20)
Visual: SLIDE.
Narração:
E a décima, a mais comum: "vou pensar". Não pressione, mas descubra o que falta: "Claro. Para eu te ajudar: o que falta para você decidir?" Muitas vezes, a resposta revela a objeção real — confiança, entendimento, sócio que precisa aprovar. Combine uma data de retorno e envie um resumo por escrito, com a economia anual em destaque. A frase "você está deixando de economizar tantos reais por mês" funciona melhor do que qualquer pressão.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(13:20–14:00)
Visual: APRESENTADOR.
Narração:
Resumindo: as objeções se dividem em confiança, entendimento, compromisso e timing. Responda curto, com verdade e com o número do cliente na mão. A lista completa, com as respostas, está nos materiais: adapte ao seu contrato e treine com o seu time. Na próxima aula, como organizar o funil e a carteira dos vendedores.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e argumentos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com segurança e honestidade às objeções mais comuns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é pergunta, não recusa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'Isso é golpe?' → É regulado pela Lei 14.300/2022; você continua cliente da distribuidora; contrato com CNPJ; clientes que já atendemos.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'A distribuidora vai cortar minha luz?' → Não. O fornecimento é o mesmo; só muda a forma de pagar parte da energia.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'Preciso trocar medidor ou fazer obra?' → Não. Nada muda na sua instalação.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'Vou pagar duas contas?' → Sim, duas contas menores que somam menos que a de hoje. (mostrar a conta)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'Por que não 20% na conta toda?' → O desconto é sobre a energia compensada; uma parte da conta é da distribuidora (mínimo e uso da rede). Sua economia real é R$ X.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'E se a usina gerar menos?' → Você recebe proporcionalmente menos créditos e paga proporcionalmente menos para nós; nunca paga por energia que não recebeu.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'Tem fidelidade? E multa?' → Prazo X; cancelamento com aviso de Y dias; condições no contrato.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'E se eu mudar de endereço?' → Transferimos a cota para a nova UC, se estiver na mesma distribuidora; senão, encerramos conforme contrato.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'E essa história de Fio B / mudança de regra?' → A economia acompanha as regras e a tarifa; mostramos a conta; contrato prevê o ajuste.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'Vou pensar.' → 'Claro. O que falta para decidir?' + data de retorno + resumo por escrito com a economia anual.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M5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 ·  entendimento  ·  compromisso  ·  timing — respostas curtas, verdadeiras e com o número do cliente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Aula 4 — Objeções e argumentos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