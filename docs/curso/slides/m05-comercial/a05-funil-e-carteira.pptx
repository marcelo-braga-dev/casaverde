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Vender um cliente é bom. Vender trinta por mês, todo mês, exige processo. Nesta aula, você vai desenhar o funil comercial da sua empresa, definir metas a partir do ponto de equilíbrio e montar uma comissão que premia o que importa: cliente ativo e pagando.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O funil da assinatura (0:40–4:00)
Visual: ANIMAÇÃO de funil com etapas e taxas de conversão ilustrativas.
Narração:
O funil da assinatura tem estas etapas. O lead, que é o contato inicial. A conta de luz recebida — esse é o primeiro sinal real de interesse. A proposta apresentada. O aceite. O contrato assinado com os documentos. A inclusão no rateio da usina. E a primeira cobrança paga, que é quando a venda de fato aconteceu. Os percentuais na tela são ilustrativos, mas mostram uma lógica: de cada cem leads, talvez metade envie a conta, e, no fim, uns catorze viram clientes pagantes. Meça as suas taxas reais desde o primeiro mês; elas vão dizer onde o funil está vazando.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[QUADRO] Da meta de negócio à meta de vendas (4:00–6:40)
Visual: QUADRO.
Narração:
Agora, ligue o funil ao seu plano. No módulo 3, o ponto de equilíbrio do exemplo era de uns quinhentos e quarenta clientes. Se você quer chegar lá em dezoito meses, precisa de trinta clientes novos por mês. Com uma conversão de catorze por cento, são cerca de duzentos e quinze leads por mês. Se um consultor fecha, em média, seis clientes por mês, você precisa de cinco consultores. Esses números mostram, logo de cara, se o seu plano é realista e quanto você precisa investir em marketing e em equipe. E lembre: clientes empresariais trazem mais quilowatts-hora por venda, o que reduz o número de vendas necessárias.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Comissão que premia o certo (6:40–9:00)
Visual: SLIDE com dois modelos.
Narração:
A comissão define o comportamento do time. Se você paga por contrato assinado, o vendedor fecha qualquer cliente — o que consome pouco, o que vai mudar, o que não entendeu as duas contas. Se você paga depois da primeira cobrança paga, ele se preocupa com o cliente certo e com a explicação correta. Um modelo que funciona bem: uma comissão equivalente a uma mensalidade depois da primeira cobrança paga, mais uma pequena recorrência enquanto o cliente permanecer ativo. Assim, o vendedor também ganha com a retenção.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Carteira e propostas na plataforma (9:00–11:20)
Visual: TELA — perfil Consultor: Cliente Consumidor → Propostas com filtros de status (Rascunho, Emitida, Enviada, Aprovada, Recusada, Expirada, Convertida); lista de clientes da carteira.
Narração:
Na plataforma, cada consultor trabalha na própria carteira: vê só os clientes, produtores e propostas dele. As propostas têm status — rascunho, emitida, enviada, aprovada, recusada, expirada, convertida —, que correspondem às etapas do funil. Toda semana, olhe com cada consultor as propostas enviadas e não respondidas e as que vão expirar. Como administrador, você vê todos os consultores, e os relatórios mostram o desempenho de cada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(11:20–12:00)
Visual: APRESENTADOR.
Narração:
Resumindo: meça o funil, derive a meta de vendas do seu ponto de equilíbrio, pague comissão sobre cliente pagante e faça a revisão semanal das propostas. No laboratório a seguir, você cadastra os primeiros clientes e as propostas da sua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Funil e carteira do consultor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Estruturar funil, metas, comissão e carteira para o time comercial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5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 é processo, não sorte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5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funil da assinatura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1501140" cy="1554480"/>
          </a:xfrm>
          <a:prstGeom prst="roundRect">
            <a:avLst>
              <a:gd name="adj" fmla="val 7310"/>
            </a:avLst>
          </a:prstGeom>
          <a:solidFill>
            <a:srgbClr val="FFFFFF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377440"/>
            <a:ext cx="131826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049780" y="2377440"/>
            <a:ext cx="411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461260" y="2377440"/>
            <a:ext cx="1501140" cy="1554480"/>
          </a:xfrm>
          <a:prstGeom prst="roundRect">
            <a:avLst>
              <a:gd name="adj" fmla="val 7310"/>
            </a:avLst>
          </a:prstGeom>
          <a:solidFill>
            <a:srgbClr val="FFFFFF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52700" y="2377440"/>
            <a:ext cx="131826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de luz recebida (50%)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962400" y="2377440"/>
            <a:ext cx="411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373880" y="2377440"/>
            <a:ext cx="1501140" cy="1554480"/>
          </a:xfrm>
          <a:prstGeom prst="roundRect">
            <a:avLst>
              <a:gd name="adj" fmla="val 7310"/>
            </a:avLst>
          </a:prstGeom>
          <a:solidFill>
            <a:srgbClr val="FFFFFF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65320" y="2377440"/>
            <a:ext cx="131826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apresentada (80%)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875020" y="2377440"/>
            <a:ext cx="411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286500" y="2377440"/>
            <a:ext cx="1501140" cy="1554480"/>
          </a:xfrm>
          <a:prstGeom prst="roundRect">
            <a:avLst>
              <a:gd name="adj" fmla="val 7310"/>
            </a:avLst>
          </a:prstGeom>
          <a:solidFill>
            <a:srgbClr val="FFFFFF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7940" y="2377440"/>
            <a:ext cx="131826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Aceite (40%)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787640" y="2377440"/>
            <a:ext cx="411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199120" y="2377440"/>
            <a:ext cx="1501140" cy="1554480"/>
          </a:xfrm>
          <a:prstGeom prst="roundRect">
            <a:avLst>
              <a:gd name="adj" fmla="val 7310"/>
            </a:avLst>
          </a:prstGeom>
          <a:solidFill>
            <a:srgbClr val="FFFFFF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90560" y="2377440"/>
            <a:ext cx="131826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e documentos (90%)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700260" y="2377440"/>
            <a:ext cx="411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10111740" y="2377440"/>
            <a:ext cx="1501140" cy="1554480"/>
          </a:xfrm>
          <a:prstGeom prst="roundRect">
            <a:avLst>
              <a:gd name="adj" fmla="val 7310"/>
            </a:avLst>
          </a:prstGeom>
          <a:solidFill>
            <a:srgbClr val="1F7A4D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203180" y="2377440"/>
            <a:ext cx="131826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rateio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5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meta de negócio à meta de vendas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Meta: 540 clientes em 18 meses → 30 clientes/mês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Conversão lead → cliente ≈ 14% → ~215 leads/mês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consultor (6 clientes/mês) → 5 consultores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5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Comissão que premia o certo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Comissão por proposta ou por contrato assinado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Comissão após a 1ª cobrança paga (ex.: 1 mensalidade) + pequena recorrência enquanto o cliente fica (ex.: 2–5% da taxa)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5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 e propostas na plataforma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Consultor: Cliente Consumidor → Propostas com filtros de status (Rascunho, Emitida, Enviada, Aprovada, Recusada, Expirada, Convertida); lista de clientes da carteira.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consultor vê só a própria carteira  ·  status da proposta = etapa do funil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5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Funil medido  ·  meta a partir do ponto de equilíbrio  ·  comissão após a 1ª cobrança paga  ·  revisão semanal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M5 · Aula 5 — Funil e carteira do consultor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