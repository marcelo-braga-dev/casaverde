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 proposta comercial tem um único objetivo: o cliente entender e decidir. Não é um documento técnico, não é um contrato. É uma página que responde, de forma simples, às perguntas que estão na cabeça dele. Vamos ver quais são essas perguntas e como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As cinco perguntas do cliente (0:40–4:00)
Visual: SLIDE com cinco perguntas, cada uma com a seção correspondente da proposta.
Narração:
Toda boa proposta responde a cinco perguntas, nesta ordem. Primeira: quanto eu economizo? Em reais, por mês e por ano, como você calculou. Segunda: quanto eu preciso investir? Zero — sem obra, sem painel, sem trocar o medidor. Terceira: como funciona? Uma usina na região injeta energia na rede, os créditos vão para a conta do cliente e ele passa a pagar duas contas menores em vez de uma maior. Quarta: é seguro? Explique que é regulado por lei, que o fornecimento continua com a distribuidora, apresente a sua empresa e o contrato. Quinta: o que eu preciso fazer? A lista de documentos e o próximo passo, com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 explicação das duas contas (4:00–7:30)
Visual: ANIMAÇÃO: uma conta grande "Hoje R$ 4.156" se transforma em duas contas menores: "Distribuidora ~R$ 884" + "Sua empresa ~R$ 2.618" = "R$ 3.501"; selo "Economia R$ 654/mês".
Narração:
A maior fonte de confusão, e de cancelamento nos primeiros meses, é o cliente não entender que vai pagar duas contas. Ele recebe a conta da distribuidora bem menor, fica feliz, e depois chega a cobrança da sua empresa e ele pensa: "mas eu não ia economizar?". Por isso, a proposta precisa mostrar isso visualmente. Hoje, uma conta de quatro mil, cento e cinquenta e seis reais. Depois, duas contas: a da distribuidora, de uns oitocentos e oitenta, e a da sua empresa, de uns dois mil e seiscentos. A soma, três mil e quinhentos, é menor. A diferença, perto de seiscentos e cinquenta reais por mês, é a economia. Repita isso na reunião, coloque na proposta e repita no e-mail de boas-vindas. Cliente que entende as duas contas não cancela por susto.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Condições que precisam estar claras (7:30–9:40)
Visual: SLIDE.
Narração:
Algumas condições precisam aparecer na proposta, sem letras miúdas. O prazo do contrato. A data prevista para os créditos começarem — normalmente um a três ciclos de faturamento depois da assinatura, porque depende da lista de rateio na distribuidora. Como o valor da sua cobrança é calculado todo mês: a energia compensada na fatura, com o desconto contratado. Que o valor do crédito acompanha a tarifa e as regras da distribuidora. As condições de cancelamento. E a validade da proposta. Transparência na proposta evita reclamação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 reunião de apresentação (9:40–12:20)
Visual: SLIDE com roteiro de 15 minutos.
Narração:
A proposta é apresentada, não só enviada. Um roteiro de quinze minutos funciona bem. Nos três primeiros, fale da conta dele hoje: quanto paga, quanto pagou no ano — deixe ele sentir o tamanho do gasto. Do minuto três ao sete, explique como funciona e as duas contas. Do sete ao dez, mostre a economia em reais e as provas: a lei, a sua empresa, os clientes que você já atende. Do dez ao treze, dúvidas e objeções, que é o tema da próxima aula. E nos dois últimos, o próximo passo: quais documentos, quando assina, quando começam os créditos. Saia da reunião sempre com um próximo passo marcado.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(12:20–13:00)
Visual: APRESENTADOR.
Narração:
Resumindo: a proposta responde às cinco perguntas, mostra as duas contas, deixa as condições claras e é apresentada numa reunião curta, com próximo passo. A plataforma gera o PDF com os números; você vai fazer isso no laboratório desta etapa. Na próxima aula, as objeções.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comercial que converte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a proposta e a apresentação ao cliente, explicando as "duas contas"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proposta, uma decisão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cinco perguntas do cliente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Quanto eu economizo? → economia em R$/mês e R$/ano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Quanto eu invisto? → zero, sem obra, sem trocar medidor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Como funciona? → usina + créditos + duas contas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É seguro? → Lei 14.300, empresa, contrato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 que eu preciso fazer? → documentos e próximo passo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3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explicação das duas contas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1 conta grande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Depois: 2 contas menores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 menor = economia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que precisam estar claras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previsto dos créditos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valor é calculado todo mês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reajuste e regras da distribuidora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cancelamento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da proposta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reunião de apresentação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min: a conta dele hoje (dor)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 min: como funciona + duas contas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 min: economia em R$ e prova (lei, empresa, clientes)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10–13 min: dúvidas e objeções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13–15 min: próximo passo e documentos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3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perguntas  ·  duas contas  ·  condições claras  ·  reunião de 15 min com próximo passo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Aula 3 — A proposta comercial que converte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