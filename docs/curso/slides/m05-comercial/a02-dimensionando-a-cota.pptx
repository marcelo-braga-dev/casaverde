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com uma conta de luz.
Narração:
A primeira coisa que o vendedor pede ao cliente é a conta de luz. Com ela, você calcula a cota certa e a economia real. Proposta sem conta de luz é chute — e chute gera cliente insatisfeito. Vamos fazer esse cálculo passo 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Coletando o histórico (0:40–3:00)
Visual: SLIDE mostrando o gráfico de histórico de consumo que aparece na conta.
Narração:
Da conta de luz mais recente, você tira: o número da unidade consumidora, o titular, a classe, o tipo de ligação e, principalmente, o histórico de consumo dos últimos doze meses, que quase toda distribuidora imprime na conta, em gráfico ou tabela. Se o histórico não aparece, peça as doze últimas contas, ou o cliente pode baixá-las no aplicativo da distribuidora. Confirme também que o titular da conta é quem vai assinar o contrato. Se a conta está no nome do antigo inquilino ou de um parente, resolva isso antes: a troca de titularidade na distribuidora é responsabilidade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Calculando a cota (3:00–5:40)
Visual: QUADRO com o exemplo da Clínica.
Narração:
Com o histórico, calcule a média de doze meses. A clínica do nosso exemplo tem média de quatro mil quilowatts-hora e é trifásica. A cota é a média menos o custo de disponibilidade, cem quilowatts-hora, vezes uma margem de segurança de noventa e cinco por cento: cerca de três mil, setecentos e cinco quilowatts-hora por mês. Na usina Sol Nascente I, isso representa seis vírgula dois por cento da geração. Olhe também o mês a mês: se a clínica tem um pico no verão por causa do ar-condicionado e consome bem menos no inverno, confirme que a cota não vai gerar sobras recorrentes nos meses baixos.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Estimando a economia real (5:40–9:20)
Visual: QUADRO com duas colunas, "Hoje" e "Com assinatura".
Narração:
Agora, a economia — na conta total, como aprendemos no módulo 3. Hoje, a clínica paga perto de quatro mil, cento e cinquenta e seis reais por mês. Com a assinatura, ela vai pagar duas coisas. Para a distribuidora: o consumo que ficou fora da cota — duzentos e noventa e cinco quilowatts-hora, o que já cobre o mínimo trifásico — e a parcela do Fio B que não é compensada sobre os quilowatts-hora compensados. E, para a sua empresa, o valor da energia compensada com o desconto. A calculadora do curso faz essa conta com os valores da sua distribuidora; aqui, com os números ilustrativos, a distribuidora fica em uns oitocentos e oitenta reais, a sua cobrança em uns dois mil, seiscentos e vinte, e a soma em torno de três mil e quinhentos reais: uma economia de uns seiscentos e cinquenta reais por mês, quase sete mil e novecentos reais por ano, cerca de dezesseis por cento da conta. Para um dono de clínica, "quase oito mil reais por ano, sem investir nada e sem obra" é uma frase muito mais forte do que "vinte por cento de desconto". Use sempre o valor em reais, por mês e por ano. E nunca arredonde para cima: prometa o que a conta 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Casos especiais (9:20–11:20)
Visual: SLIDE com três casos.
Narração:
Alguns casos especiais. Cliente com várias unidades consumidoras, como uma rede de farmácias: cada unidade tem a sua cota e o seu percentual no rateio, e a plataforma trata cada uma separadamente. Cliente que está crescendo: dimensione pelo histórico e combine uma revisão em seis meses — aumentar a cota depois é fácil, reduzir pode gerar atrito. E cliente que já tem um sistema solar próprio que cobre só uma parte do consumo: a cota é sobre o que sobra, olhando o consumo líquido nas contas.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(11:20–12:00)
Visual: APRESENTADOR.
Narração:
Resumindo: peça a conta, pegue o histórico de doze meses, calcule a cota com margem de segurança e apresente a economia em reais, na conta total, por mês e por ano. Na próxima aula, vamos colocar isso numa proposta que convence.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Dimensionando a cota do cliente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 o histórico, calcular a cota e estimar a economia mensal e anual na conta total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conta de luz, sem proposta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Coletando o histórico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conta: UC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12 meses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e tarifa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a cota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Clínica (trifásica): média 12 meses = 4.000 kWh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Cota = (4.000 − 100) × 95% ≈ 3.705 kWh/mês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na Sol Nascente I = 3.705 ÷ 60.000 ≈ 6,2%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Estimando a economia real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Hoje: 4.000 kWh × R$ 1,039 ≈ R$ 4.156/mês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assinatura: distribuidora ≈ R$ 306 (295 kWh fora da cota) + R$ 577 (Fio B não compensado) = R$ 884 · sua cobrança ≈ R$ 2.618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≈ R$ 3.501 → economia ≈ R$ 654/mês ≈ R$ 7.850/ano (≈ 16% da conta)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especiais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Várias UCs do mesmo cliente → uma cota por UC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crescendo (ampliação) → dimensione pelo histórico, revise em 6 meses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 sistema próprio parcial → cota sobre o consumo que sobra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12 meses → cota com margem → economia em R$ na conta total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Aula 2 — Dimensionando a cota do cliente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