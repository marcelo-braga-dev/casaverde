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Neste laboratório, você vai cadastrar um cliente empresarial, a unidade consumidora dele e a proposta comercial, e depois repetir o processo para uma residência. Entre como Consultor — é o dia a dia do vendedor — ou como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Cadastrando o cliente (0:40–4:00)
Visual: TELA — Cliente Consumidor → Clientes → novo cliente; escolher Pessoa Jurídica; CNPJ fictício do curso; Razão Social; Nome Fantasia; contato (Celular, Email); consultor; salvar; mostrar código do cliente e o desconto padrão aplicado.
Narração:
Abra Cliente Consumidor e depois Clientes. Clique para cadastrar um novo cliente. Vamos usar uma academia fictícia: pessoa jurídica, com o CNPJ da lista de documentos do curso. Preencha a razão social, o nome fantasia e os contatos — e-mail e celular são importantes, porque é por eles que o cliente vai receber o convite do portal e os avisos de cobrança. Salve. O cliente recebe um código e já entra com o desconto padrão da sua empresa, aquele que você configurou no módulo 3. Como no produtor, a plataforma valida os dígitos do CPF ou CNPJ e não deixa cadastrar o mesmo documento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unidade consumidora (4:00–7:00)
Visual: TELA — na ficha do cliente, aba UCs → nova UC: Código UC (dígitos), Rótulo ("Academia — Centro"), Concessionária, Consumo Previsto kWh/mês (6.200), Endereço; salvar. Mostrar a lista em Cliente Consumidor → Unidades Consumidoras.
Narração:
Agora, a unidade consumidora. Na ficha do cliente, abra a aba de unidades consumidoras e cadastre uma nova. O código da UC é o número da instalação que aparece na conta de luz; pode digitar com pontos e traços, a plataforma guarda só os dígitos. Dê um rótulo que ajude a identificar, como "Academia — Centro". Escolha a concessionária — a mesma da sua usina. E informe o consumo previsto mensal: a média de doze meses, seis mil e duzentos quilowatts-hora. Salve. Repare: a combinação de código da UC e concessionária é única no sistema. Se alguém tentar cadastrar a mesma UC de novo, a plataforma impede. Isso é fundamental, porque é pela UC que as faturas da distribuidora vão ser associadas ao cliente certo no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proposta comercial (7:00–11:00)
Visual: TELA — Cliente Consumidor → Propostas → nova proposta; Selecionar Cliente (a academia); Concessionária; Unidade Consumidora; Média de Consumo; Valor Médio (R$ da conta); Taxa de Redução (padrão 20%); Prazo de Locação; Validade da Proposta; Observações; salvar; abrir a proposta; status "Emitida".
Narração:
Agora abra Cliente Consumidor, Propostas, e crie uma nova. Selecione a academia. Escolha a concessionária e a unidade consumidora. Informe a média de consumo e o valor médio da conta, em reais — é com eles que a proposta calcula a economia. A taxa de redução já vem com o desconto do cliente; ajuste se você negociou algo diferente. Preencha o prazo e a validade da proposta e, nas observações, o que for específico, como a data prevista de início dos créditos. Salve. A proposta nasce com o status de emitida. Quando você enviar ao cliente, mude para enviada; quando ele aceitar, aprovada. Esses status alimentam o funil que você viu na aula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PDF e o envio (11:00–13:00)
Visual: TELA — gerar o PDF; mostrar capa, números com comparativo, benefícios e condições; opção "Avisar Cliente por WhatsApp"/"Enviar Proposta".
Narração:
Gere o PDF. A proposta sai com a identidade visual da sua empresa, a economia estimada e as condições. Confira os números com a sua calculadora: se a economia mostrada for diferente da que você calculou na conta total, entenda o porquê antes de enviar — por exemplo, se o valor médio informado inclui iluminação pública ou bandeira. O link do PDF é temporário; para enviar, baixe o arquivo ou use a opção de enviar ao cliente, que gera uma mensagem pronta no WhatsApp com o seu número de consultor. O envio continua sendo um clique humano: nada sai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(13:00–15:00)
Visual: SLIDE com o entregável.
Narração:
Agora, monte a carteira inicial da sua empresa: cinco clientes do seu cliente ideal, sendo pelo menos duas empresas e duas residências, cada um com a unidade consumidora, a cota calculada na calculadora e a proposta em PDF. E escreva o roteiro de abordagem do seu vendedor, em uma página, com as respostas às objeções. No próximo módulo, esses clientes vão assinar o contrato e entrar na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6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unidade consumidora e proposta comercial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cliente (PF e PJ), unidade consumidora e proposta comercial com PDF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os primeiros clientes da sua empresa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6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o cliente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Clientes → novo cliente; escolher Pessoa Jurídica; CNPJ fictício do curso; Razão Social; Nome Fantasia; contato (Celular, Email); consultor; salvar; mostrar código do cliente e o desconto padrão aplicado.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Clientes → Novo  ·  CPF/CNPJ validado  ·  sem duplicidade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consumidora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ficha do cliente, aba UCs → nova UC: Código UC (dígitos), Rótulo ("Academia — Centro"), Concessionária, Consumo Previsto kWh/mês (6.200), Endereço; salvar. Mostrar a lista em Cliente Consumidor → Unidades Consumidoras.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= número da instalação na conta  ·  código + concessionária são únicos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6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comercial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Propostas → nova proposta; Selecionar Cliente (a academia); Concessionária; Unidade Consumidora; Média de Consumo; Valor Médio (R$ da conta); Taxa de Redução (padrão 20%); Prazo de Locação; Validade da Proposta; Observações; salvar; abrir a proposta; status "Emitida".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→ Nova  ·  Média de Consumo  ·  Valor Médio  ·  Taxa de Redução  ·  Prazo  ·  Validade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PDF e o envio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o PDF; mostrar capa, números com comparativo, benefícios e condições; opção "Avisar Cliente por WhatsApp"/"Enviar Proposta".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com a marca da sua empresa  ·  link temporário  ·  envio por WhatsApp/e-mail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6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M5 — 5 clientes do seu ICP: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 empresas (B3) + 2 residências + 1 à sua escolha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Cada um com UC, cota calculada e proposta (PDF)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Roteiro de abordagem do vendedor (1 página)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Aula 6 — Laboratório: cliente, unidade consumidora e proposta comercial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